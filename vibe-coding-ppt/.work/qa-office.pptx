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OpenClaw 是给极客的自部署框架，WorkBuddy 是给办公人的开箱即用桌面 App。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“隐私优先”指你能控制运行位置、数据目录和模型来源，不是所有数据天然不出本机。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四个词对应四层：Gateway 管总调度，Agent 管角色，Channel 管入口，技能和记忆管能力。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向导会依次让你选 AI 提供商、输入 API Key、设置 Gateway 端口和 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模型目录更新很快，先运行本机 onboarding 或 models 命令确认有哪些模型，再选。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新手先接 Telegram 或 WebChat 这类好调试的平台，每加一个变量都跑一次最小检查。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本地跑也要配安全：先只读再写入，先手动再自动，先安全再公网。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它和 CodeBuddy 同一个账号、积分共享：一个管办公出活，一个管写代码。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第一次别接工作邮箱和生产代码仓库，先用公开或脱敏素材跑通。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选用原则：能直接对话就别用专家，能用单专家就别用专家团。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连接器是桥：打通后 AI 能直接读写你办公软件里的数据，调用会消耗积分。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自动化是双刃剑：先手动跑通同样流程，再让它定时或远程跑。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不同人不同工具，没有谁替代谁。按任务选工具，不二选一。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办公助手主线：OpenClaw 与 WorkBuddy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两条路，一个目标：把重复办公交给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两条办公助手主线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一条开源自部署，一条腾讯扫码即用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两条主线怎么选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58692"/>
                <a:gridCol w="5059216"/>
                <a:gridCol w="431773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WorkBuddy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Peter Steinberger（开源）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腾讯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给谁用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技术用户、极客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办公人、普通人、国内团队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形态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自部署框架，接消息平台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桌面 App + 微信 + 小程序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怎么登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自配，用你常用的聊天软件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微信扫码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网络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看部署方式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国内直连，不用翻墙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支付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开源免费，模型费自付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微信、支付宝（人民币）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OpenClaw：开源 AI 私人助手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跑在你自己的电脑上，接到你常用的聊天软件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开源的 AI 私人助手框架，装在你自己的电脑或服务器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连接 Telegram、WhatsApp、Discord 等消息平台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像一名 7×24 小时在线的 AI 员工，用聊天软件沟通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配置、记忆、聊天记录默认由你本机保存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接云端模型时，消息仍会发给模型提供商处理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的四个关键角色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Gateway 网关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核心服务进程，接收消息、调度 AI、返回回复，像公司的前台总机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Agent 助手实例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独立的 AI 助手，有自己的性格、记忆和技能，像公司里的一名员工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Channel 消息通道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WhatsApp、Telegram 等平台连接，像每个员工的工位电话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技能与记忆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技能是 Markdown 操作手册，记忆是本地笔记，随时能打开看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环境准备与第一个对话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准备环境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需要 Node.js 22+，装好 OpenClaw 命令行，端口默认 18789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运行引导向导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openclaw onboard --install-daemon，把 Gateway 装成开机自启服务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 Gateway 状态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openclaw gateway status，看到 running 说明网关已启动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打开 Control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浏览器访问 http://127.0.0.1:18789/ 就能打字对话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模型配置要点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支持 OpenAI、Anthropic、Google、Ollama 等主流提供商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国内可选通义千问、智谱、Kimi、DeepSeek 等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选型看任务：长上下文、多工具、隐私、成本分开配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隐私敏感任务优先本地模型或企业受控提供商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配好主备模型优先级，主模型不可用自动切换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消息平台接入：以 Telegram 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创建 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 Telegram 找 @BotFather，发送 /newbot，拿到 Bot Token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添加平台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openclaw channels add telegram，或手动设置 botToken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 AI 人格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编辑 workspace/SOUL.md，定义名字、性格、能力和规则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重启并测试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openclaw channels status 确认连上，再发消息测试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安全注意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Gateway Token 是大门钥匙，别把端口直接开放到公网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API Key 用环境变量存，配置文件里不写明文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DM 配对默认开启，陌生人私聊要你手动批准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配置文件和凭证权限设为 600，开启 TLS 1.3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工具在沙箱里执行，防提示词注入与恶意技能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WorkBuddy：腾讯 AI 办公助手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微信扫码就能用，像请了一群 AI 员工帮你办公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WorkBuddy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腾讯 2026 年 3 月推出的 AI 办公助手，微信扫码登录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不用写代码、不配 API Key、不用英文、不用翻墙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五个核心概念：专家、专家团、技能、自动化、连接器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多端打通：桌面 App、微信与企业微信、微信小程序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知识库可接腾讯文档与 ima，让 AI 读你的资料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安装与登录：20 分钟跑通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下载安装包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搜 WorkBuddy 腾讯，认准腾讯域名；Windows 选 .exe，Mac 按芯片选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Windows 跟着向导走；Mac 把图标拖进 Applications 文件夹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微信扫码登录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手机微信扫一扫并确认，电脑端自动进入主界面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跑通第一个任务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在对话框发一句话，AI 回复就说明账号、网络、模型全通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专家、专家团与技能市场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专家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给 AI 配一个职业身份，人设加方法论加工具链，像雇一个专员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专家团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多个专家分工，团长自动拆解、并行、合并，像雇一个项目组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技能市场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上万个技能一键安装，让 AI 会发邮件、查股价、读写文件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积分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AI 干活的能量额度，专家团消耗是单专家的 3-5 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连接器与腾讯生态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28486"/>
                <a:gridCol w="640715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连接器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能干什么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QQ 邮箱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读近一个月收件箱、发邮件、删邮件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腾讯文档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搜索、预览、引用段落、回写修改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腾讯会议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拉取会议纪要，提取决议和待办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企业微信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长链接接入、推送消息、远程触发任务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TAPD / 腾讯乐享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读需求缺陷迭代 / 查内部知识库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自定义连接器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 MCP 协议接其他软件，技术向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自动化与定时任务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定时任务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每天 9 点自动生成昨日工作摘要，推送到企业微信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事件触发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收到标题含“紧急”的邮件，几秒内推送提醒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远程触发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在微信发一句话，桌面端开始干活，结果推回手机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安全防护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设积分预警，别配删除和自动回复，先测试运行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选型建议与安全边界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800079"/>
                <a:gridCol w="60355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你的情况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建议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办公出活、要中文、用企业微信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WorkBuddy，扫码即用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想完全本地部署、零云依赖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OpenClaw，开源自部署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写生产代码、大型重构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 Code / Codex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涉及敏感数据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先脱敏，或用专有云私有部署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团队推广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先找 3-5 个种子用户试 2-4 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生产数据库修改、付款退款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不建议直接交给 AI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不同人不同工具，没有谁替代谁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先跑通一个最小任务，再慢慢加能力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