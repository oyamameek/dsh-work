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CC-10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综合实战完整指南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企业级最佳实践：规范、CI/CD、安全与性能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为什么需要团队规范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团队超过 5 人，没有统一规范就是灾难开始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有人 CLAUDE.md 写 500 行，有人完全没有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AI 生成的代码风格与团队标准不一致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敏感 API 密钥可能被意外提交到仓库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不同项目的 MCP 配置会互相冲突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项目目录职责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66122"/>
                <a:gridCol w="3801730"/>
                <a:gridCol w="166778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目录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职责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入库策略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.claude/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命令、钩子、技能配置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必须入库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docs/ai-context/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 AI 看的项目说明书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建议入库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.github/workflows/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CI/CD 工作流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必须入库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settings.local.json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个人本地覆盖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禁止入库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CLAUDE.md 三层配置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全局配置 ~/.claude/CLAUDE.md 适用所有项目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项目配置在项目根目录，团队共享并入库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子目录配置管模块级特殊规则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优先级从低到高：全局、项目、子目录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用统一模板写概览、规范、安全、测试、Git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AI 辅助代码审查流程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提交 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开发者提交代码合并请求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自动审查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CI 触发 Claude 审查质量、安全、性能等维度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评论反馈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审查结果自动添加到 PR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人工复核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审查员复核后合并或请求修改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CI/CD 集成能力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官方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anthropics/claude-code-action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自动代码审查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 PR 上自动运行 Claude 审查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安全扫描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检查硬编码密钥、注入漏洞等问题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文档生成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push 到 main 时生成 API 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权限系统三级模型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Allow：低风险且频繁的操作直接执行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Ask：有一定风险的操作执行前需确认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Deny：高风险操作完全禁止执行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未列入 allow 或 deny 的默认需要确认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deny 支持通配符，可精确拦截危险操作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权限配置示例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62880"/>
                <a:gridCol w="5269022"/>
                <a:gridCol w="370373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示例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效果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允许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Bash(npm test *)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允许运行测试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允许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Read、Glob、Grep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读取和搜索直接放行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拒绝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Bash(rm -rf /)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禁止删除根目录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拒绝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Read(./.env)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禁止读取环境变量文件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Sandbox 沙箱配置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 /sandbox 启用 OS 级隔离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allowWrite 指定可写路径，如 /tmp、./src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allowRead 指定允许读取的路径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denyRead 明确禁止读取，优先级最高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把 .env 和密钥文件放进 denyRead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审计与合规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审计日志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 Hooks 记录工具调用和文件访问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日志格式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JSONL 记录时间、工具、结果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GDPR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数据最小化、访问权、删除权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访问控制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密钥轮换、最小权限、日志防篡改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上下文与成本优化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精简 CLAUDE.md，避免长篇大论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用文件引用代替内联大段内容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分层配置：根目录、src、tests、docs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对话过长用 /clear 清理或新建会话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批量处理任务，避免逐个文件重复调用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成本优化策略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2501"/>
                <a:gridCol w="4286879"/>
                <a:gridCol w="362625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任务类型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推荐选择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原因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简单代码生成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当前可用的低成本模型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成本低，速度快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代码审查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当前可用的平衡模型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兼顾质量和成本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架构设计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当前可用的高能力模型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复杂推理能力更强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9966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一句话记住综合实战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8006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规范统一、权限收紧、成本可控，才能把 AI 用进团队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从个人工具到团队基础设施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用四周搭建企业级 Claude Code 环境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