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同一个腾讯账号、同一套积分池，订一份两个产品通常都能用。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专有云企业版 2026-05-15 起从 158 元调整到 316 元每人每月。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产品调价频繁，选好套餐后下单前再核对一次。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管理员还能审计跑了哪些自动化，离职时及时停账号。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企业版还要给自动化限流、定期清理共享知识库。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没有谁替代谁，是不同人不同工具。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教非技术同事用 AI 选 WorkBuddy，最简单。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五个核心概念：专家、专家团、技能、自动化、连接器，知识库是补充。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企业账号、安全与四工具对比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选对账号、划清安全边界、找到工具的位置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账号和积分体系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三层账号形态，WorkBuddy 和 CodeBuddy 共享积分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三层账号形态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1691"/>
                <a:gridCol w="3059128"/>
                <a:gridCol w="514481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形态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核心特征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个人用户、自由职业者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单账号订阅，跟 CodeBuddy 共享积分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 SaaS 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团队、小公司、中型企业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按席位计费，集中管理，团队共享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专有云企业版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大企业、强合规需求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私有部署，数据驻留可控，单价更高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价格框架（2026 年 8 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免费版 0 元，有限的免费积分额度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专业版约 99 元每月，年付通常有优惠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SaaS 企业版约 199 元每人每月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专有云企业版约 316 元每人每月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产品调价频繁，下单前一定核对当前价格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积分机制必懂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每月给额度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按套餐发积分，免费版少、付费版多，用完任务跑不动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任务越复杂越贵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普通对话便宜，专家团消耗是单专家的 3-5 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模型不同扣不同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旗舰模型扣得多，简单任务选轻量模型更省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扣费有顺序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先扣免费体验额度，再扣赠送积分，最后扣付费积分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怎么选账号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个人尝鲜先用免费版跑通，再决定升不升专业版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个人重度用专业版月付试一个月，顺手转年付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小团队 5-20 人用 SaaS 企业版，按席位算清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大企业加合规需求选专有云企业版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拿不准就先从个人版摸清，再决定升级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企业部署和安全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给团队负责人和 IT 管理员的部分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企业版团队管理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集中开账号，按席位管理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设权限：谁能用专家团、接连接器、建知识库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审计谁用了多少积分、调用了什么数据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部门之间、敏感项目之间做数据隔离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部分版本支持对接公司 SSO 单点登录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专有云版的代价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单价更高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约 316 元每人每月，比 SaaS 版贵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部署周期长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要腾讯团队配合部署，不能即开即用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维护成本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要有自己的 IT 团队负责维护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升级滞后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新功能上线比 SaaS 版慢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安全边界必须划清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别让 AI 直接处理客户身份证、银行卡、医疗记录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别碰未公开的财务核心数据、股权结构和涉密数据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敏感数据先脱敏再用，或走专有云私有部署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按最小权限原则限制授权范围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开启审计日志，关键连接器走审批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四工具速览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868"/>
                <a:gridCol w="4349197"/>
                <a:gridCol w="2108929"/>
                <a:gridCol w="169964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主入口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Anthropic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开发者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终端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OpenAI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开发者、团队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 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Peter Steinberger（开源）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技术用户、极客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消息平台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WorkBuddy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腾讯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办公人、中国团队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 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按场景选工具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写生产代码、大型重构、CI/CD 用 Claude Code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做周报、调研、PPT、办公自动化用 WorkBuddy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国内团队、用企业微信、要中文友好用 WorkBuddy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想完全本地部署、零云依赖用 OpenClaw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海外团队、用 Slack 等工具用 Codex 或 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共存策略与核心原则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开发者主力 Claude Code，辅助 WorkBuddy 办公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团队按部门分工具部署，不强制统一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按任务选工具，别用错工具干错活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先轻后重：直接对话、单专家，最后才用专家团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安全第一，留意积分消耗，沉淀专属资产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不同人不同工具，没有谁替代谁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找到你的工具，用好它，就够了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