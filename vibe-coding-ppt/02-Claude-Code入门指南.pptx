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它是命令行工具，不是网页聊天框，这是最需要先建立的概念。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生活类比：交互像打电话，单次像发短信，打印像只要答案不要废话。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原生安装不需要 Node.js，安装从 40 分钟缩短到 5 分钟；NPM 是仍受支持的标准兼容路径。系统要求：Windows 10+、macOS 10.15+、内存最低 4GB。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CLAUDE.md 是项目的说明书，告诉 Claude 这个项目怎么工作、哪些地方不要乱动。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官方把这个危险参数叫 Safe YOLO mode；类比：保姆做事不再问你。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 Code 入门指南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面向零基础办公人的 3 小时上手路径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一、认识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它是什么，能帮你做什么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 Code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Anthropic 开发的命令行 AI 编程助手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在终端用中文说出需求，它帮你写代码、改 bug、搜资料、跑测试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文件读写和命令执行发生在你的电脑里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类比：一个坐在终端里的高级程序员，随时听你安排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适合有编程基础的人；零基础先学终端和一门语言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三种使用模式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交互模式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输入 claude 连续对话，保持上下文；日常开发用这个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单次执行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 "问题" 执行一次就退出；适合快速查询和脚本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打印模式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 -p "问题" 只输出纯文本；适合管道处理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二、安装与第一次对话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三条平台命令，任选一条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安装方式对比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8400"/>
                <a:gridCol w="2667645"/>
                <a:gridCol w="5177632"/>
                <a:gridCol w="134196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适用平台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推荐度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脚本安装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macOS / Linux / WSL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curl -fsSL https://claude.ai/install.sh | bash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五星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PowerShell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Windows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irm https://claude.ai/install.ps1 | iex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五星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Homebrew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macOS / Linux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brew install --cask claude-code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四星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WinGet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Windows 10/11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winget install Anthropic.ClaudeCode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四星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NPM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全平台，需 Node.js 18+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npm install -g @anthropic-ai/claude-code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安装前的三项检查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操作系统：Windows 10+、macOS 10.15+、Linux 主流发行版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内存：最低 4GB，8GB 更佳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网络：能访问 api.anthropic.com 才能正常使用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装完用 claude --version 验证，看到 v2.1.x 即成功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本教程适用版本以 Claude Code v2.1.181 为基线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第一次对话，四步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打开终端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Windows 用 PowerShell，macOS 用终端，按 Win+R 或 Cmd+Space 都能找到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进入项目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输入 cd 项目路径；没有项目就先 mkdir test-claude 再进入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启动并问好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输入 claude，对 You: 光标说“你好，介绍一下你自己”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退出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输入 /exit，或按 Ctrl + D（Windows 按 Ctrl + Z 再回车）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三、日常操作、扩展与安全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少量命令，配上权限确认、MCP 与 Hooks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最常用的少量命令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/help 看帮助，/exit 退出，/clear 清空对话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/compact 压缩对话省 Token，/context 查看用量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/init 生成 CLAUDE.md，/memory 编辑项目规则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/permissions 看权限，/mcp 看外部工具，/hooks 看自动化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快捷键：Esc Esc 回退，Shift + Tab 切权限，Tab 切深度思考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三种权限模式：按 Shift + Tab 循环切换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plan 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只分析不修改，纯只读；代码审查和安全探索时用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acceptEdits 接受编辑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自动接受文件编辑，仍会确认危险命令；信任项目用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bypassPermissions 跳过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跳过所有确认提示；只允许在隔离容器环境使用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常见风险红线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39925"/>
                <a:gridCol w="3755719"/>
                <a:gridCol w="263999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--dangerously-skip-permissions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跳过确认后 AI 可能直接改文件、删文件、跑命令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新手禁用；公司项目绝对不用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Hooks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会执行真实命令，配置不当可能改坏文件或泄露信息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只用信任脚本，先在测试仓库验证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MCP HTTP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远程连接需要安全配置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不要暴露敏感信息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API Key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泄露后会被他人使用并产生费用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用环境变量保存，不写进代码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MCP：给 AI 装上 USB 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全称 Model Context Protocol，是连接外部工具的标准协议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类比 USB：任何 USB 键盘都能插任何电脑，即插即用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 Filesystem 能读写文件，接 GitHub 能建 Issue、管 PR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还能连 SQLite/Postgres 查数据库、Context7 查文档、Brave 搜网页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配置写在项目根目录 .mcp.json；作用域优先级 Local &gt; Project &gt;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Hooks：给 AI 装上汽车传感器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Hooks 是事件触发的自动化脚本，不依赖 AI 记忆，100% 执行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类比汽车传感器：胎压异常自动报警，不用人记得检查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三大高频入口：UserPromptSubmit、PreToolUse、PostToolUse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常见用途：保护文件、自动格式化、提交前检查、桌面通知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安全：只运行信任脚本，不硬编码密码，设置合理 timeout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另外三个词，一句话记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Subagent 子代理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把大任务拆给多个 AI 分身并行处理，像一个项目组分工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Skills 技能包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可复用的功能包，像手机装 App，装完就能用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Plugins 插件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第三方扩展，从市场安装，像 App Store 下载应用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新手常见问题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零基础能学：跟着安装、MCP、Hooks 快速开始即可，不必先学完整编程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命令找不到：确认已安装；macOS/Linux 用原生脚本，Windows 用 WinGet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认证失败：重新登录，或检查 ANTHROPIC_API_KEY 环境变量是否为空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响应慢：用 /context 看用量，超过 60% 就 /compact 压缩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改坏了：双击 Escape 打开 Rewind 菜单，选择检查点回退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3 小时上手路径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Step 1 · 60 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01 安装指南路径A：原生安装 + API 配置 + 启动验证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Step 2 · 30 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MCP 集成快速开始：配置 Filesystem MCP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Step 3 · 30 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Hooks 系统快速开始：配置 PostToolUse Hook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能用 Claude Code，能用 MCP，能用 Hook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下一步：打开终端，说出第一句话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最好的学习方式是实践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