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先给一个直观例子：让 AI 把一列乱序的销售数据整理成图表。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教程明确提醒 --dangerously-skip-permissions 新手禁用。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版本号是教程编写时的快照，以本机版本和官方文档为准。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Vibe Coding 入门与全景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用自然语言指挥 AI 写代码、做助手、出办公产物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什么是 Vibe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用自然语言描述需求，让 AI 生成、修改和调试代码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你负责说清楚要什么、判断结果对不对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负责写代码、运行命令、查资料、改文件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核心能力从记语法转向定义问题与验收结果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办公场景同样适用：周报、调研、整理资料都能交给它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为什么现在值得学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效率提升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重复劳动交给 AI，人专注判断与决策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学习加速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边做边问，看不懂的代码随时解释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办公自动化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报表、调研、文档整理形成固定流程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团队沉淀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规范、评审和验收方式可以复用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四类工具全景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9787"/>
                <a:gridCol w="5221213"/>
                <a:gridCol w="33746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适合谁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Anthropic 官方编程命令行工具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想在终端写代码、排障的开发者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OpenAI 编程 Agent，已并入 ChatGPT 桌面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想用桌面 App 让 AI 写代码的人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 AI 私人助手框架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想用消息平台自动化日常事务的人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WorkBuddy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腾讯 AI 办公助手桌面 App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用微信和腾讯文档办公的人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新手怎么选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只会用微信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 WorkBuddy 开始，扫码即用，不碰命令行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想试写代码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 Codex App 开始，桌面点选即可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开发者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Claude Code 深入本地项目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要搭私人助手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 OpenClaw 接入常用聊天平台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Vibe Coding 的基本循环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描述需求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说清楚目标、范围和验收标准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生成代码、运行命令、修改文件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你来验收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跑一遍、看结果、检查边界情况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反馈迭代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指出问题，让 AI 继续修改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第一个任务怎么选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从只读、可回退的任务开始：读代码、写文档、解释报错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再试生成测试、写小脚本、整理数据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暂缓改动生产环境、数据库和线上配置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每个任务都留下检查步骤，方便判断对错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关键术语速查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11488"/>
                <a:gridCol w="792415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术语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通俗解释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连接外部工具的协议，类似 USB 接口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事件触发的自动化脚本，类似汽车传感器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Skill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可复用的功能包，类似手机 App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能自己规划并调用工具的 AI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权限模式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决定 AI 动手前是否先征求你同意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安全边界，新手必看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不要一上来就跳过权限确认，尤其是重要项目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和密钥不写进代码、不截图、不提交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动手前先备份，或用 Git 保留可回退的历史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AI 给出的数字、引用和结论要自己核对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常见误区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以为装上工具就万事大吉，需求说不清结果就差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一次让 AI 做太多事，出错后难以定位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不做验收，直接把 AI 的产出当成品交付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把密钥和账号密码贴进对话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按身份的入门路径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办公人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WorkBuddy，约 30 分钟上手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想试编程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Codex App，约 20 分钟上手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Claude Code，约 3 小时上手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搭私人助手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OpenClaw，约 1 小时上手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第一周行动计划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1 天：装好一个工具，跑通第一个任务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2-3 天：每天做一件低风险的真实小事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4-5 天：练习提需求、给反馈、做验收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第 6-7 天：整理自己的常用提示词清单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教程与版本基线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32475"/>
                <a:gridCol w="3770688"/>
                <a:gridCol w="35324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教程篇数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验证版本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Claude Code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 篇 + 1 速查卡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v2.1.222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Codex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 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26.727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 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v2026.7.1-2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WorkBuddy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 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2026.08 基线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966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先跑起来，再接入真实工作流，最后建立团队规范和安全边界。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—— 教程作者 老金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开始你的第一次 Vibe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选一个工具，今天就跑通第一个任务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