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 /agents 查看已启用的子代理，项目级定义优先于用户级定义。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Teams 是实验性功能，需设置 CLAUDE_CODE_EXPERIMENTAL_AGENT_TEAMS=1。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CC-06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Subagent 子代理完整指南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先问清边界，再多开一个分身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一、认识子代理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它是分工工具，不是神奇按钮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Subagent 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Claude Code 通过 Agent 工具启动的专业化 AI 代理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每个子代理拥有独立的上下文窗口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类比：把大任务分给项目组，各干一块再汇总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旧资料把 Agent 工具写作 Task，本质相同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最适合边界清晰、可独立完成的任务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官方三个入口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Agent 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把一个子任务委派给独立上下文窗口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436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525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.claude/agents/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525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项目级子代理定义，仅当前仓库可用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292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292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381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~/.claude/agents/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381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用户级定义，跨项目复用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官方最小示例与运行口径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请开一个 reviewer 子代理，检查回归风险和缺失测试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并行开两个子代理，分别查后端接口和前端样式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v2.1.198 起子代理默认在后台运行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v2.1.219 起嵌套深度默认提升到 3 层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每会话子代理上限 200，并发默认 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二、社区代理资源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缺能力再补能力，别当官方菜单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VoltAgent 社区代理包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VoltAgent 是社区维护的开源代理集合，不是官方内置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方法一：克隆仓库后运行 install-agents.sh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方法二：下载脚本后执行，适合快速安装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方法三：手动把 .md 代理文件放进 agents 目录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安装后用 /agents 查看，按需补充能力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十类社区代理概览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95046"/>
                <a:gridCol w="4575271"/>
                <a:gridCol w="416532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分类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代表代理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说明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核心开发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backend-developer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可扩展 API 的服务器端专家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语言专家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python-pro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Python 生态系统大师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基础设施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devops-engineer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CI/CD 和自动化专家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质量与安全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code-reviewer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代码质量守护者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数据与 AI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llm-architect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大型语言模型架构师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三、Agent Teams 与进阶配置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从一对一委派到团队协作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Agent Teams 四个概念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Team 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团队领导代理，负责分配任务和协调进度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Teammate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团队成员代理，执行具体任务并汇报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TaskList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共享任务列表，所有成员可见进度和状态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SendMessage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代理间通信机制，支持直接消息和广播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普通 Subagent 与 Agent Teams 的区别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55708"/>
                <a:gridCol w="4389965"/>
                <a:gridCol w="438996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特性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 Subagent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Agent Teams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协作模式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一对一委派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多对多团队协作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任务管理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各自独立，互不感知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共享任务列表，实时同步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通信方式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只把结果返回主代理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成员之间可以互相通信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适用场景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独立子任务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复杂项目分工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Token 与安全提醒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多代理并行调用的 Token 消耗量巨大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每启动一个子代理都占用独立上下文窗口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按需调用，不要一次性启动太多代理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简单独立任务用普通 Subagent 更轻量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复杂协作项目再考虑 Agent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开始用子代理四步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说清边界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用自然语言描述任务范围和交付物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选择入口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用 Agent 工具委派，或先把 .md 放进 agents 目录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查看状态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在 Claude Code 里输入 /agents 检查启用情况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确认结果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子代理只回传结果，主会话负责整合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下一步：先委派一个 reviewer 试试水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边界清楚，分身才好用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