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两者常配合：Command 是入口，Skill 提供能力。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类比微信：先看图标，点开看功能，用时才加载详情。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当前版本不再使用 skill.yaml 和 prompts/ 文件夹，内容统一到 SKILL.md。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CC-07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Skills 定制完整指南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把好判断沉淀下来，装成 AI 的能力包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一、认识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它是能力包，不是又一个命令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Skills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Claude Code 的能力包，封装领域知识和工具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类比：手机装 App，装完就多一项本事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预置领域知识，AI 直接变成该领域的专家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配置一次全员共享，输出质量更稳定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知识集中管理可做版本控制，不再散落聊天记录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Skills 与 Commands 的区别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08086"/>
                <a:gridCol w="5138464"/>
                <a:gridCol w="368908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Commands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Skills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定位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触发器、入口点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能力包、知识库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复杂度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单个 Markdown 文件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多文件目录结构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触发方式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显式调用 /command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自动识别加显式调用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工具集成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有限，写在 md 里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强大，可集成脚本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适用场景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单一任务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复杂工作流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渐进式披露的三层加载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元数据常驻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name 和 description 始终在内存，用于判断激活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指令按需加载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Markdown Body 只在 Skill 激活时才加载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资源按需调用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scripts 和 templates 只在用时才读取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二、5 分钟创建第一个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一个文件夹加一份 SKILL.md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创建代码注释 Skill 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建文件夹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 .claude/skills/ 下建 code-commenter 目录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 SKILL.md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YAML frontmatter 写 name 和 description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补正文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Markdown Body 写角色、注释原则和输出格式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测试触发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说「给这段代码添加注释」看是否自动激活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SKILL.md 的关键配置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name 同时作为斜杠命令，小写并用连字符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description 决定何时自动激活，最多 1024 字符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context 设为 fork 时在独立子代理环境中运行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allowed-tools 限制可用工具，提高安全性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disable-model-invocation 设为 true 禁止自动激活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三、目录结构、热重载与排查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简单开始，按需长大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标准目录结构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613128"/>
                <a:gridCol w="2320280"/>
                <a:gridCol w="390223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目录或文件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是否必需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用途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SKILL.md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必需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元信息加详细指令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scripts/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可选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可执行的工具脚本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templates/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可选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输出内容的模板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config/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可选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运行时配置参数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data/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可选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静态数据文件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三个核心特性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Hot Reloading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修改 SKILL.md 后立即生效，不用重启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Sandbox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OS 级隔离，限制文件写入和网络访问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skillOverrides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off 隐藏，user-invocable-only 只留手动调用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排查 Skill 未激活四步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检查文件头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head -n 5 查看 YAML 是否被 --- 包裹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 YAML 格式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 yamllint 验证，冒号后面要留空格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 description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写清触发场景，别只写「代码注释工具」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检查路径与重载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确认 SKILL.md 存在，必要时 /compact 或重启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新手常见问题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SKILL.md 是唯一必需文件，没有它无法识别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建议单个 SKILL.md 不超过 1000 行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scripts 主要支持 Python 和 Bash，推荐 Python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放进 ~/.claude/skills/ 就能跨项目使用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整个目录提交到 Git，就能共享给团队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下一步：把你最擅长的一件事写成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沉淀经验，才能反复省时间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