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 USB 标准时，每个品牌的键盘都要专用接口；有了标准就能通用。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优先级为 Local &gt; Project &gt; User，Local 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集成完整指南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AI 即插即用地连接外部工具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一、5 分钟理解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先搞懂它解决什么问题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全称 Model Context Protocol，即模型上下文协议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 USB 接口标准：任何设备都能即插即用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一次开发，多处复用，不用为每个工具单独对接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Server 是工具包，MCP Client 是电脑的 USB 口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2025 年 12 月捐赠给 Linux 基金会，成为行业标准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的三大组件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可调用的工具函数，像工具箱里的锤子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可读取的数据资源，像参考书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Prompts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预设模板，标准化交互，像填空表格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能帮你做什么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文件系统：创建、读取、搜索文件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GitHub：建 Issue、管理 PR 和仓库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数据库：用 SQL 查询用户表记录数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查文档：通过 Context7 获取框架最新文档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搜网页：通过 Brave Search 搜索最新信息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二、5 分钟配置第一个服务器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从 Filesystem 开始，不需要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Filesystem MCP 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创建配置文件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在项目根目录新建 .mcp.json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写配置内容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npx 启动 server-filesystem，允许访问当前目录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验证并重启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 JSON 合法，重启后看到 ✓ filesystem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测试调用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说「列出当前目录下的所有文件」看结果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配置字段说明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command 是启动命令，例如 npx、node、python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args 是命令参数数组，必需字段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env 用来注入环境变量，例如 API Key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timeout 设置超时时间，单位毫秒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alwaysLoad 设为 true 可跳过工具懒加载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三、作用域、安全与排查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配置放哪里，比怎么配更重要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三大作用域与优先级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78626"/>
                <a:gridCol w="4607066"/>
                <a:gridCol w="404994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作用域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存储位置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~/.claude.json 项目条目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个人私有配置、含 API Key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Project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项目根目录 .mcp.json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团队共享、可版本控制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User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~/.claude.json 全局部分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个人常用工具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安全管理五条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用环境变量保存，不把 Key 写进代码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配置里用 ${VAR} 语法引用变量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.mcp.json 只放引用，不放真实值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敏感配置放 Local 作用域，不会提交 Git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Key 泄露立刻删除、重建并检查用量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排查 MCP 连不上四步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检查配置文件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jq 或 jsonlint 确认 JSON 合法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检查服务器状态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手动运行 npx 命令看具体报错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检查环境变量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 API Key 已设置且非空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检查网络与版本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配镜像或代理，Node.js 需要 v18+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常用服务器速查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filesystem：文件读写，不需要 API Key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github：仓库管理，需要 Personal Access Token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sqlite：本地数据库，不需要 API Key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context7：技术文档，免费额度每月 1000 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brave-search：网页搜索，免费层每月 2000 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下一步：先配 filesystem，让 AI 摸到你的文件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每连一个工具，AI 就多一双手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