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Remote Control 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让手机或浏览器成为本地会话的远程窗口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先说结论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不是把本地项目同步到云端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 claude.ai/code 或手机 App 成为远程窗口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会话仍然在你自己的机器上运行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本地文件系统、MCP、配置仍然可用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手机、浏览器、终端可同时连同一会话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和 Claude Code on the Web 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5928"/>
                <a:gridCol w="4749110"/>
                <a:gridCol w="423060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对比项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Remote Control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 the Web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你的本地机器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Anthropic 云端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文件系统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本地真实项目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云端克隆或沙箱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可直接复用本地环境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取决于云端环境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典型场景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本地做一半换设备继续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远程新开云端任务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使用前提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需要 Claude Code v2.1.51 以上版本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必须使用 claude.ai 登录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key 模式不能用，相关能力会被禁用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支持 Pro、Max、Team、Enterprise 订阅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Team 和 Enterprise 需管理员先启用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三种启动方式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独立服务器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claude remote-control 进入 server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交互加远控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claude --remote-control 或 claude --rc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会话内临时开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在已运行会话里输入 /remote-control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给会话命名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/remote-control Auth Fix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从别的设备连接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直接打开终端里显示的 URL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扫描终端里显示的二维码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claude.ai/code 或手机 App 会话列表找到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会话标题优先取传入的名字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/rename 改成容易辨认的名字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并发模式选择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43394"/>
                <a:gridCol w="4674565"/>
                <a:gridCol w="3717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隔离方式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same-dir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所有会话在同一目录工作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多设备继续同一任务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worktree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每个会话独立 git worktree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并行任务，需要 git 仓库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session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每个并发会话独立隔离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不在 git 仓库中的项目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远端可用与仅本地命令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远端可用：/compact、/clear、/context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远端可用：/usage、/exit、/recap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仅本地：/mcp、/plugin、/resume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手机上不能装插件或恢复旧会话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日常上下文管理和监控可以远程完成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远端只是入口，真正执行还在本地机器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所有流量走 HTTPS/TLS，经 Anthropic API 中转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你的机器不会打开任何入站端口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使用多个短期、独立过期的凭据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高风险任务不要顺手开 bypassPermissions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Team 和 Enterprise 排查顺序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确认登录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先确认不是 API key 登录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管理员开关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请管理员打开后台 Remote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项目信任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确认当前项目已接受 workspace trust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环境变量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检查禁用非必要流量的环境变量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版本增强与推送通知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v2.1.92 起默认会话名带 hostname 前缀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v2.1.110 远端支持 /autocompact 等命令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v2.1.110 起可推送通知到手机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/config 启用 Push when Claude decides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网络中断超过约 10 分钟会超时断开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常见问题速答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17477"/>
                <a:gridCol w="661816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答案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代码会上传到云端吗？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不会，会话仍在本机运行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API key 登录能用吗？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不能，需要 claude.ai 登录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已经开了会话能临时开吗？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可以，输入 /remote-control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Ultraplan 模式下能用吗？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不能，Ultraplan 会断开 Remote Control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能同时开多个会话吗？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server mode 可以，受 --capacity 限制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离开工位也能继续盯任务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先确认登录、权限和项目路径，再开始远控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