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快速导航卡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一页纸掌握 Claude Code 系列核心路径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这张卡怎么用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适合课前预习、直播跟练、企业内训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先解决手上问题，再决定是否系统学习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一共覆盖 13 个教程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 01 到 13 的编号定位内容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适用版本以 Claude Code v2.1.181 为基线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13 个教程一览（节选）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1781"/>
                <a:gridCol w="2424778"/>
                <a:gridCol w="5527298"/>
                <a:gridCol w="144178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教程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核心内容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01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安装指南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环境搭建、安装配置、模型配置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2-3h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02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基础使用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三种模式、30+ 命令、/voice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4-6h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04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 集成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外部工具连接、交互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4-6h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05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Hooks 系统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多事件 Hook、四种处理器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4-6h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08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/plugin、Markets、Manifest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4-6h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 小时最小路径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Step 1 共 60 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01 安装指南，装好 Claude Code 并验证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Step 2 共 30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MCP 集成，配置 Filesystem 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Step 3 共 30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Hooks 系统，配置 PostToolUse Hook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能用 Claude Code、MCP 和 Hook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按需求选教程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13633"/>
                <a:gridCol w="5113951"/>
                <a:gridCol w="180805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你想做什么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看哪个教程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 Claude 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01 第 5 部分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 分钟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用语音跟 Claude 对话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02 /voice 章节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分钟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手机继续本地会话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 启动 Remote Control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分钟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让外部事件推到会话里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 Channels 快速开始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 分钟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定时循环监控任务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03 /loop 章节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分钟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关键术语速查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18018"/>
                <a:gridCol w="3541768"/>
                <a:gridCol w="39758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术语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通俗解释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编程助手命令行工具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 小时在线的高级程序员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连接外部工具的协议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USB 接口标准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事件触发的自动化脚本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汽车传感器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可复用的功能包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手机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把平台事件推入当前会话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 Claude 装消息总线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重要风险速查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--dangerously-skip-permissions 会跳过权限确认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新手禁用，重要项目禁用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 会执行真实命令，配置不当会改坏文件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只用信任脚本，先在测试仓库验证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HTTP 远程连接需要安全配置，勿暴露敏感信息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常见问题：零基础与时长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只想体验 AI Coding，可跟着 01、04、05 走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想独立改真实项目，建议补命令行和一门语言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企业培训可把本卡当课程地图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快速上手约 8 小时，每个教程走路径 A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完整掌握约 24-34 小时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按经验选学习路径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初学者 0-1 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Week1 学 01，Week2 学 04，Week3 学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进阶者 1-3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Day1 快速过 01，Day2-3 学 04-08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高级者 3 年+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按需专项查阅需要的教程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共同目标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把入口练成真实工作流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必须按顺序学吗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01 安装指南必须先学，它是基础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04-08 可按需求选学，建议按顺序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和 Mac 都支持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所有教程的命令都分平台书写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遇到问题先 Ctrl+F 搜索教程内的 FAQ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学习建议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先用导航卡 3 分钟定位入口，再用完整教程把入口练成真实工作流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从今天开始动手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先解决手上的问题，再系统学习整套工具链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