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企业实战完整指南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团队配置统一、Git Hooks、密钥管理与合规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统一配置要解决的问题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每人 settings.json 不同，代码风格混乱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Key 写进配置文件会泄露到仓库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新人手动配置约需 2 小时，容易出错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配置更新无法同步，部分人还在用旧配置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没有版本控制，配置回滚困难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统一配置四条原则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唯一真相来源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所有配置都在 Git 仓库中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环境变量优先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敏感信息必须用环境变量传递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自动验证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每次更新自动验证配置正确性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支持回滚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Git tag 标记稳定版本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 Hooks 解决什么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68068"/>
                <a:gridCol w="3887389"/>
                <a:gridCol w="408018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后果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Hook 方案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代码未格式化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 冲突，难以 review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pre-commit 自动格式化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提交信息混乱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Git 历史难以追踪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commit-msg 规范化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未跑测试就 push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破坏主分支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pre-push 强制测试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代码有明显 bug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浪费审查时间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自动代码审查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 Hooks 与 Claude Hooks 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Code Hooks 在 settings.json 中配置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Git hooks 是放在 .git/hooks/ 的独立脚本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两者可配合：Git hook 调用 Claude 做审查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pre-commit 先格式化再用 Claude 审查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commit-msg 检查是否符合约定式提交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团队知识库建设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编码标准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team-standards 定义代码规范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架构模式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微服务与数据库设计规范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测试规范 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单元测试与集成测试要求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memory 目录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记录技术决策与最佳实践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跨团队配置共享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公司基础配置放共享仓库，作为 Git 子模块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各团队在 .claude/settings.json 定义团队设置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项目级配置自动覆盖用户级配置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modelOverrides 把模型映射到企业自有端点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Worktree 用 sparse checkout 做轻量隔离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企业治理新特性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95334"/>
                <a:gridCol w="2620152"/>
                <a:gridCol w="26201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特性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parentSettingsBehavior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托管设置合并策略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v2.1.133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project purge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清理项目状态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v2.1.126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enforceAvailableModels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限定可用模型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v2.1.175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Tool(param:value)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参数级权限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v2.1.178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Key 泄露的代价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提交到 GitHub 被扫描器发现，被盗刷 15000 美元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硬编码在前端会暴露给所有用户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明文存配置文件，服务器被入侵即泄露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共享给离职员工可能引来法律诉讼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未设限制会被刷量攻击，损失 25000 美元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企业级密钥管理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分级管理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主密钥、服务密钥、开发密钥分开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存储方案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环境变量搭配 Secrets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轮换自动化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 90 天检查并轮换密钥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禁止清单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不硬编码、不提交、不放前端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泄露应急响应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立即响应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5 分钟内撤销旧密钥并生成新密钥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调查分析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 小时内分析原因、评估影响范围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修复加固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24 小时内修复泄露源、加强访问控制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复盘总结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72 小时内出报告并改进响应流程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合规与安全扫描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GDPR：数据最小化、访问权、删除权、72 小时通知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SOC 2 五大原则：安全、可用、完整、机密、隐私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扫描内容：密钥、依赖漏洞、代码、镜像、配置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日志脱敏：API Key、邮箱、手机号自动打码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20 条安全规则建立纵深防御体系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安全规则优先级分组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1173"/>
                <a:gridCol w="4532233"/>
                <a:gridCol w="453223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优先级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规则示例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检查方法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API Key 永远不硬编码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Git Secrets 扫描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90 天轮换一次密钥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自动化脚本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日志自动脱敏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日志检查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网络隔离与加密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网络配置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合规性审计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定期审计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企业落地先管好权限与责任链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从配置统一到事故响应，形成完整闭环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