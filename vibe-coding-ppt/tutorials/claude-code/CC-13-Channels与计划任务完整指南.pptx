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Channels 与计划任务完整指南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外部事件推入会话，按时间轮询或提醒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先说结论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Channels：外部事件主动推给 Claude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计划任务：Claude 按时间轮询或提醒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有事件源时优先使用 Channels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没有事件源才考虑 /loop 或 /schedule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自动化要先想清楚谁来接结果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四类能力的区别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49053"/>
                <a:gridCol w="3737532"/>
                <a:gridCol w="354905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解决什么问题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最适合场景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外部事件主动推进来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CI、聊天桥、Webhook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Remote Control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自己从别的设备控制会话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手机继续本地会话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MCP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主动调用外部工具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按需查数据或操作系统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/loop 与 Cron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按时间轮询或提醒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没有事件推送源时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Channels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通过 MCP server 把消息推入已打开的会话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不是新开云端会话，也不是轮询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需要 Claude Code v2.1.80 以上版本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目前是 research preview 阶段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v2.1.128 起也支持 API key 登录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最推荐的入门方式：fakechat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安装插件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/plugin install fakechat@claude-plugins-official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启动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claude --channels plugin:fakechat@claude-plugins-official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打开界面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浏览器访问 http://localhost:8787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发送消息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消息会以 channel 事件进入当前会话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三个平台的核心模式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 plugin，再配 token 或权限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--channels 启动当前会话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做 pairing 和 allowlist 配对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iMessage 只支持 macOS，需 Full Disk 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Discord Bot 必须开启 Message Content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Token 存储位置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0311"/>
                <a:gridCol w="800532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渠道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默认位置与关键配置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Telegram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~/.claude/channels/telegram/.env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Discord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~/.claude/channels/discord/.env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Discord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必须开启 Message Content Intent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iMessage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 macOS，需 Full Disk Access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Channels 的安全边界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allowlist 是核心，只有被允许的发送者能推消息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--channels 只是本会话启用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管理员可用 channelsEnabled 控制组织开关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allowedChannelPlugins 限制可注册的插件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事件只在会话打开时到达，关终端就丢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计划任务的四个工具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会话开着时做最低成本的定时轮询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CronCreate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创建计划任务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CronList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列出已有计划任务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CronDelete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删除计划任务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/loop 用法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/loop 5m check if the deployment finished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支持 s、m、h、d 四种时间单位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不带 prompt 时使用内置维护提示词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不写间隔会动态选择 1 分钟到 1 小时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/proactive 是 /loop 的别名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本地计划任务的关键限制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任务是 session-scoped，会话结束就消失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重启默认不保留，--resume 可恢复未过期任务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循环任务 7 天后自动过期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每个会话最多 50 个计划任务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忙时任务不插队，只在 turn 之间触发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什么时候用哪种调度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78576"/>
                <a:gridCol w="705706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推荐方案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只是临时盯一件事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/loop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关掉终端也要继续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scheduled tasks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跑在本机且跨重启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Desktop scheduled tasks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外部系统本来能发事件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 Channels，而非轮询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常见误区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56777"/>
                <a:gridCol w="507886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误区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事实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Channels 等于 Remote Control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Remote Control 是自己远程接管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 /loop 就不用 Channels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对事件源轮询更慢、更贵、更脆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计划任务会一直留着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本地计划任务是 session-scoped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有事件就用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没有事件源，才轮到 /loop 和 /schedule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