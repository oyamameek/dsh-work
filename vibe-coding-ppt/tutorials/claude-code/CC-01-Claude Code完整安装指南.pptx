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它是命令行工具，不是网页聊天框，这是最先要建立的印象。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这是一篇三千多行的长教程，不必全看，按目标选路径。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原生安装不需要 Node.js，Windows 用 PowerShell，Mac 用脚本或 Homebrew。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四项基础测试全过，说明 Claude Code 工作正常。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 Code 完整安装指南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零基础也能在 30 分钟里跑起来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一、认识它，准备好环境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先搞懂是什么，再备齐钥匙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 Code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Anthropic 开发的命令行 AI 编程助手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在终端用中文说需求，帮你写代码、改 bug、跑测试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文件读写和命令执行发生在你自己电脑里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类比：坐在终端里的高级程序员，随时听你安排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本课基线版本 Claude Code v2.1.181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课前准备五项检查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系统：Windows 10+、macOS 10.15+ 或 Linux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终端：PowerShell、Terminal 或 Bash 能打开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磁盘：至少保留 2GB 可用空间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账号：注册 Anthropic 账号并拿到 API Key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网络：能访问 api.anthropic.com，否则要配代理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四条学习路径，按需选一条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快速上手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30 分钟：看术语表、配 Key、装好、启动验证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完整学习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2-3 小时：从头到尾掌握每个安装细节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问题排查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10 分钟：按错误信息直接跳到故障排查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专项学习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30-60 分钟：只学 IDE 集成、权限或迁移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二、账号与 API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Key 是你使用服务的通行证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获取 API Key 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注册登录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进入 console.anthropic.com 注册并登录账号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打开 Settings → API Keys，点 Create 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保存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Key 只显示一次，立即复制存到安全位置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配置环境变量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设置 ANTHROPIC_API_KEY，重启终端后生效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环境变量配置要点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好处：Key 不写进代码，不会误传到 GitHub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不同电脑可用不同 Key，切换更灵活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Windows 用 PowerShell 设置用户环境变量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macOS/Linux 写进 ~/.zshrc 或 ~/.bashrc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验证：查看 $env:ANTHROPIC_API_KEY 或 echo 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三、安装、验证与 Hello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一条命令，然后确认真的能用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五种安装方式对比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21810"/>
                <a:gridCol w="5392155"/>
                <a:gridCol w="182167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适用平台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推荐度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脚本安装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macOS/Linux/WSL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五星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PowerShell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Windows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五星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Homebrew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macOS/Linux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四星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WinGet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Windows 10/11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四星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NPM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全平台，需 Node.js 18+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安装与验证四步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选一种方式安装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Mac 用脚本或 Homebrew，Windows 用 PowerShell 或 WinGet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Windows 需把 .local\bin 加进 PATH 并重启终端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验证版本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运行 claude --version，显示 v2.1.x (native) 即成功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检查帮助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运行 claude --help，能显示完整帮助信息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原生安装与 NPM 安装的区别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17608"/>
                <a:gridCol w="2329891"/>
                <a:gridCol w="508813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对比项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原生安装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NPM 安装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 Node.js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不需要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 18+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自动更新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需手动 npm update -g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安装大小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80MB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80MB 加 Node.js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适合场景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所有用户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原生安装失败时的备选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Hello World 快速验证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四项基础测试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版本、2+2 等于 4、中文回复、帮助命令都通过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建项目目录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mkdir ~/claude-hello-world 并执行 git init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 Claude 生成项目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一句中文指令生成 hello.py、README.md、.gitignore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运行程序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python hello.py 输出 Hello, Claude Code!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接下来：备份 Key，动手装一遍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装好之后，进入基础使用指南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