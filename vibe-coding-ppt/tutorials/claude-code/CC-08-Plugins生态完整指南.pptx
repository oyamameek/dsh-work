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先建立扩展包的概念，再区分它和单个 Skill 的差别。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Plugins 生态完整指南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从装一个插件到发布自己的插件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扩展包、市场与四类扩展的区别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Plugin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给 Claude Code 加命令、能力和自动化流程的扩展包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可以跨项目、跨团队共享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类比：手机装 App，Claude Code 是操作系统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官方市场 code.claude.com/plugins 可浏览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教程以 Claude Code v2.1.181 为基线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Plugin 和四类扩展的区别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52292"/>
                <a:gridCol w="2719944"/>
                <a:gridCol w="2476234"/>
                <a:gridCol w="1688127"/>
                <a:gridCol w="259904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Commands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Markdown 提示词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专业 Agent 能力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外部服务集成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打包的扩展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.claude/commands/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.claude/skills/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.mcp.json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本地目录 + market 安装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可分享性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手动复制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手动复制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市场安装 / CLI / 本地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包含内容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单个提示词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多个文件 + 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服务器配置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manifest + 多种资源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Plugin 的四个核心价值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可复用性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一次开发，多个项目直接使用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易分享性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通过 GitHub 一键克隆给同事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模块化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 Plugin 专注一个领域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社区驱动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社区持续贡献优质 Plugin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二、5 分钟装好第一个插件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官方 /plugin 主路径与本地目录加载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安装第一个 Plugin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运行 claude --version，并进入自己的项目目录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Claude Code 里输入 /plugin 浏览市场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按市场路径安装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/plugin install &lt;plugin-name-or-market-entry&gt;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确认生效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检查对应命令、Skill 或行为是否出现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本地开发模式 --plugin-dir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未发布到市场的插件才需要手动目录加载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克隆到 .claude/plugins/plugins-plus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启动时加 --plugin-dir 指向该目录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可以同时加载多个 Plugin 目录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开发时把它当调试入口，不当分发方式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三、创建、发布与排查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结构规范、最佳实践与故障处理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Plugin 结构规范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62665"/>
                <a:gridCol w="1400955"/>
                <a:gridCol w="397201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路径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是否必需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.claude-plugin/plugin.json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 元数据清单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skills/&lt;名称&gt;/SKILL.md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Skills 能力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commands/&lt;名称&gt;.md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Slash Commands 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agents/ 与 hooks/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定义与自动化钩子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README.md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安装和使用文档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Plugin 最佳实践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单一职责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 Plugin 专注一个领域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清晰文档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README 写清安装、示例和配置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版本管理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使用语义化版本并打 git tag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安全第一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不硬编码密钥，改用环境变量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常见故障排查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加载失败先确认 plugin.json 路径正确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python3 -m json.tool 验证 JSON 格式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加 --debug 启动查看详细日志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命令不显示：检查 commands 目录和 .md 后缀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 Plugin 冲突时，后加载的覆盖先加载的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常见问题速答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30656"/>
                <a:gridCol w="510498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答案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 和 Skill 有什么区别？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 是 Skill 的超集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会访问我的代码吗？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在沙箱运行，不能绕过权限系统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能同时装载几个？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没有硬性限制，建议不超过 5 个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开发需要懂编程吗？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最简单的只需写 Markdown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可以离线使用吗？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本地文件可离线，MCP 部分需要网络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从用一个插件到做一个插件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先跑通 /plugin，再尝试创建和发布自己的 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