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官方现在更推荐长期工作流用 Skills，轻量包装仍可用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新手可以直接在对话框里说人话，让 Claude 帮你创建文件。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同名时项目级优先；/clear、/help 等核心命令受保护，自定义命令无法覆盖。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frontmatter 的 YAML 语法错误也会让命令无法解析。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Commands 系统完整指南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一个 Markdown 文件，就是一条自定义命令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 Slash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命令的本质是提前写好的提示词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Slash 命令是什么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以 / 开头的快捷指令，输入即触发预设操作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自定义命令就是 .claude/commands/ 下的 Markdown 文件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命令名等于文件名，去掉 .md 后缀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命令内容是提示词，$ARGUMENTS 接收你输入的参数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类比：外卖里的常用订单，一键下单不用重填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命令的几大来源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74545"/>
                <a:gridCol w="3570983"/>
                <a:gridCol w="449011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存放位置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 官方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程序内部，不可修改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项目级自定义命令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你自己创建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.claude/commands/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用户级兼容命令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你自己创建（全局）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~/.claude/commands/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Skills 工作流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你自己创建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.claude/skills/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二、5 分钟创建第一个命令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用一个问候命令跑通全流程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 /hello 命令四步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在项目里创建 .claude/commands/ 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新建 hello.md，正文里写入 $ARGUMENTS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输入 claude，再输入 /hello 张三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验证默认值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不带参数时用「朋友」作为默认称呼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命令文件的两段结构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上半段是 frontmatter：YAML 配置，用 --- 包围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下半段是 Markdown 正文：真正执行的任务指令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description 显示在命令列表和 Tab 补全里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argument-hint 提示参数该怎么写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allowed-tools 限制命令能调用哪些工具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frontmatter 常用字段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14547"/>
                <a:gridCol w="47210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description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一句话描述，显示在 /help 中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argument-hint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参数占位提示，例如 &lt;主题&gt;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allowed-tools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限制可用工具，提高安全性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model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指定执行命令时使用的模型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disable-model-invocation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只做文本替换，不调用模型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三、作用域、命名空间与进阶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从一条命令到一套工作流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两种作用域与优先级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7786"/>
                <a:gridCol w="5366122"/>
                <a:gridCol w="380173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作用域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存放位置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生效范围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.claude/commands/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仅当前项目，适合团队共享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用户级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~/.claude/commands/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所有项目，适合个人通用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命名空间、组合与模块化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命名空间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放进子目录，用 /dev:code-review 调用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命令组合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工作流里依次调用 /hotspot、/write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模块化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通用逻辑抽成模块文件，多处复用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排查命令不生效四步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确认文件存在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ls .claude/commands/my-command.md 看是否在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检查文件名大小写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命令名等于文件名，且区分大小写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检查目录位置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项目级和用户级两个路径别放错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重启 Claude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exit 退出后重新输入 claude 再试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内置命令高频速查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/clear 清空对话，/compact 压缩省 Token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/resume 恢复会话，/rewind 回退检查点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/context 看用量，/model 切换模型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/doctor 系统体检，/status 看完整状态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/skills 看技能，/plugin 管理插件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下一步：把最常重复的那段话写成命令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一次配置，永久复用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