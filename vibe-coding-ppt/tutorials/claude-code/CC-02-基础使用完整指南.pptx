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术语表把 CLI 类比成发短信指挥别人干活，适合新手记忆。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生活类比：交互像打电话，单次像发短信，打印像只要答案不要废话。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CLAUDE.md 是项目的说明书，告诉 AI 这个项目怎么工作、哪些地方不要乱动。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双击 Escape 或输入 /rewind 打开菜单；只追踪 Write、Edit 文件工具，不追踪 bash 命令改动。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CC-02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基础使用完整指南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先写第一份 CLAUDE.md，再谈命令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一、认识它，十分钟上手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三种模式，先会一种就够用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 Code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Anthropic 开发的命令行 AI 编程助手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在终端里直接和 AI 对话写代码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类比：请了一位厨师助手，报菜名就帮你做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传统编程自己从买菜做到炒菜，它帮你分担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本课基线版本 Claude Code v2.1.181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三种使用模式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0199"/>
                <a:gridCol w="4125699"/>
                <a:gridCol w="2654870"/>
                <a:gridCol w="265487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启动方式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交互模式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连续对话，保持上下文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日常开发、复杂任务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单次执行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"prompt"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执行一次就退出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脚本自动化、快速查询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打印模式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-p "prompt"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只输出纯文本结果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管道处理、数据转换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15 分钟写出第一份 CLAUDE.md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进入项目并启动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cd 到项目目录后输入 claude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只读分析项目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 Claude 说出用途、常用命令、重要目录，不改文件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创建最小 CLAUDE.md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写项目背景、常用命令、安全边界、验收标准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验证是否生效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新会话让它按 CLAUDE.md 总结工作规则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CLAUDE.md 里的四条工作规则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写代码前先想清楚：假设写明白，不确定就问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简单优先：只写解决当前问题的最少代码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外科手术式修改：每行改动都能追到这次请求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目标驱动执行：先写测试，再改到测试通过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安全边界：不碰 .env、密钥和锁文件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二、交互模式与常用命令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命令不必背，先认识高频的几个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最常用的 Slash 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/help 看帮助，/exit 退出，/clear 清空对话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/compact 压缩对话省 Token，可带保留指令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/context 看 Token 用量，/status 看当前状态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/resume 恢复会话，/export 导出对话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/init 生成 CLAUDE.md，/memory 编辑项目规则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Rewind：给代码和对话存档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仅恢复对话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保留代码改动，重置 AI 上下文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仅恢复代码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保留对话历史，回退文件修改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同时恢复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代码和对话都回到之前状态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五个必会快捷键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23153"/>
                <a:gridCol w="661248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快捷键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Ctrl + C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取消当前输入或生成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Ctrl + 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退出 Claude Code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Esc + Esc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打开 Rewind 菜单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Tab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切换 Extended Thinking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Shift + Tab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切换权限模式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三、日常实践、省钱与排错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把工具用进每天的工作流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五条省钱技巧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简单问题不用 Extended Thinking，省约 70%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定期 /compact 压缩对话，省 40-60%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完成任务后用 /clear，直接省 100%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日常开发用 Sonnet，简单任务用 Haiku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关键决策再用 Opus，配合 ultrathink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推荐的一天工作流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早上恢复会话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claude -c 接着昨天的进度继续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输入 /status 和 /context 看用量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超过 60% 就压缩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/compact 保留关键讨论内容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下班前整理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/export 导出对话，/rename 重命名会话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下一步：把项目规则写进 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命令可以查，规则才是长期协作的基础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