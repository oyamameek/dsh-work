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SDK 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Python 或 TypeScript 构建自己的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 Agent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SDK 与 CLI 的定位和区别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SDK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Anthropic 官方开发工具包，原名 Claude Code SDK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Python 或 TypeScript 程序里使用 Claude Code 能力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类比：把整车拆成零件，自己组装定制车型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封装文件读写、命令执行、代码分析和 MCP 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SDK 还是 CLI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1090"/>
                <a:gridCol w="4476275"/>
                <a:gridCol w="469827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 CLI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Agent SDK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在终端里输入命令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在代码里调用函数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日常开发、快速任务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自动化、批处理、系统集成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人工对话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程序控制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并发能力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单会话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多代理并行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学习曲线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低，会打字就行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中，需要编程基础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两种官方语言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Python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pip install claude-agent-sdk，需 Python 3.10+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TypeScript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npm install @anthropic-ai/claude-agent-sdk，需 Node.js 18+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功能相同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两种 SDK 功能完全相同，选熟悉的即可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版本升级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旧包 claude-code-sdk 已弃用，需换导入语句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分钟跑通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环境准备、安装与第一次运行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创建第一个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装好 Python 3.10+ 或 Node.js 18+，并检查版本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pip install claude-agent-sdk，推荐先建虚拟环境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配置密钥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用环境变量设置 ANTHROPIC_API_KEY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运行示例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创建 hello_agent.py 并执行 python hello_agent.py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环境与安装要点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系统要求：Python 3.10+、Node.js 18+、npm 8.0.0+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推荐先创建虚拟环境再安装 SDK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Python SDK 自动捆绑 Claude Code CLI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密钥可用环境变量或 .env 文件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看到 Agent 回复即说明安装成功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query、Agent Loop、Tools 与 Subagents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query 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SDK 核心入口，返回异步流式消息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Agent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接收、思考、用工具、检查、继续或结束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的能力来源，可限制或自定义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Subagents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子代理并行，最多 10 个同时运行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内置工具清单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8121"/>
                <a:gridCol w="3357182"/>
                <a:gridCol w="455033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功能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读取文件内容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分析代码、读取配置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写入文件内容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创建新文件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Edit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编辑文件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修改现有代码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Bash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运行脚本、安装依赖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Grep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搜索文件内容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在代码中查找关键词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三种权限模式：default、acceptEdits、bypassPermissions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 Agent 只给 Read、Glob、Grep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生产环境用最小权限，开发可以放宽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Hooks 在工具执行前后插入检查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沙箱可禁止请求在沙箱外执行命令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模型选择建议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8217"/>
                <a:gridCol w="5922224"/>
                <a:gridCol w="341519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推荐模型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理由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日常开发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claude-sonnet-5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能力强、速度快、价格适中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复杂推理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claude-opus-4-8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能力最强，但价格高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简单任务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claude-haiku-4-5-20251001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最便宜，适合简单查询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 Claude 装进你的程序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 Hello World 到三个实战项目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