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先记这三大入口，再按失败、任务、文件、压缩、交互去扩展。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PostToolUse 脚本无法向用户输出，调试信息要写进日志文件。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新版推荐 hookSpecificOutput.permissionDecision，旧版 decision 仍兼容。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Hooks 系统完整指南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不靠 AI 记住，事件一到就自动执行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一、5 分钟理解 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让自动化不再依赖 AI 的记忆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Hooks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在特定事件发生时自动执行的脚本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类比汽车传感器：检测到胎压异常自动报警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不依赖 AI 记忆，配置后 100% 执行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可靠性高、每次完全一致、配置一次全员生效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提示词适合灵活建议，Hooks 适合强制规则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三大高频入口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UserPromptSubmit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用户输入提交后触发，可优化或过滤提示词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PreToolUse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工具调用前检查，能放行、拒绝或询问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PostToolUse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工具调用后处理，例如自动格式化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Hooks 能做什么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文件保护：禁止修改 production 目录下的文件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代码格式化：保存后自动运行 prettier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提交检查：git commit 前跑 lint 和测试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会话初始化：启动时检查 Python 依赖是否安装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桌面通知：需要用户确认时弹窗提醒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二、5 分钟配置第一个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一个脚本加一份 settings.json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 PostToolUse Hook 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建目录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在项目里创建 .claude/hooks/ 目录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写脚本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写一个 Python 脚本，从 stdin 读取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 settings.json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matcher 设为 Write，command 指向脚本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启动测试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 Claude 建个文件，查看日志确认触发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settings.json 关键字段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24467"/>
                <a:gridCol w="761117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字段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matcher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匹配哪些工具，例如 Write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type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command 本地命令，http 远程请求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command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要执行的脚本命令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超时时间，防止脚本卡死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url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 Hook 的远程地址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三、决策、安全与排查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能拦就拦，但权限要最小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PreToolUse 决策值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91093"/>
                <a:gridCol w="6237337"/>
                <a:gridCol w="210720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决策值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是否执行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allow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允许执行，绕过权限系统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deny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拒绝执行，原因反馈给 Claude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否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ask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暂停，询问用户决定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等待用户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无输出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默认允许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安全最佳实践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只运行你信任的脚本，不复制不明来源配置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脚本只请求必要权限，避免使用 sudo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不要在脚本里硬编码密码或 Token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设置合理的 timeout，避免脚本卡死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团队要一起审查 settings.json 的变更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排查 Hook 不执行四步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检查文件位置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确认 .claude/settings.json 存在且有内容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 JSON 格式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 python -c 解析，确认没有报错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 matcher 拼写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Write 首字母大写，写错就不会触发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检查脚本与权限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脚本存在，macOS/Linux 需要 chmod +x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新增事件速览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StopFailure：API 异常停止时触发告警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PostCompact：上下文压缩完成后记录用量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InstructionsLoaded：指令文件加载时校验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Elicitation：MCP 请求用户输入时记录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HTTP Hook：把事件 POST 到远程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下一步：先加一个 PostToolUse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让每次保存都有一个自动收尾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