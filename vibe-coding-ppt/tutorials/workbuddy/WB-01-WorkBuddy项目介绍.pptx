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手机端也能用，但这篇用桌面演示。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专家就是给 AI 配一个具体职业身份，让它用那个职业的眼光干活。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第一次实验别用敏感数据，先用公开或脱敏素材跑通。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对照这些特征，判断专家是否真的在按职业身份干活。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跑偏时把帮写周报改成帮我把这三件事整理成 300 字周报。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团长本身也是一个 AI 角色，相当于项目经理。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专家团的积分消耗是单专家的 3 到 5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产品调价频繁，下单前一定打开 App 或官网核对当前价格。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登录后第一件事就是找到积分余额在哪看。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选错工具比不选工具更糟，先判断自己属不属于目标用户。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多源实测印证的缺点，能接受再选它。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项目介绍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30 分钟亲手召唤第一个 AI 专家，干一件真活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开始之前先准备好这些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一台 Windows 11 或 macOS 电脑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一个用来扫码登录的微信账号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已经装好 WorkBuddy 桌面 App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一份非敏感的本地文档，例如旧周报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30 分钟不被打扰的时间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一个专家身上有三样东西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人设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它是谁，比如财务专家、营销专家、写作专家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方法论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它怎么思考，财务先看异常，营销先看漏斗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工具链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它能调什么，写作调文档生成，数据调表格计算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召唤专家四步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进入专家中心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在左侧栏找到专家入口，看按行业分类的专家列表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读懂专家卡片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看它擅长什么、能帮你做哪些事、使用示例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点召唤进入对话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第一次选办公写作或会议纪要这类简单实用的专家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把任务交给它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粘贴你的岗位与三件本周事项，要求 300 字周报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发出去后你会看到什么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标题带上你的岗位和日期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本周进展按重要性排好序，措辞专业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下周计划被润色得更清晰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需要协调的问题会留占位符提醒你补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这份周报可以直接复制到企业微信或邮件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第一次可能踩的坑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没看到专家入口，检查左侧栏是否被折叠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回复像普通 AI，确认你真的点了召唤专家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提示积分不足，先看余额或换更轻量的任务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产出跑偏，多半是任务描述太模糊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写代码的事别找写作专家，换个贴合的专家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第二步：看一眼专家团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先看懂机制，别急着花 3-5 倍积分去试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团长自动做四件事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拆解任务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团长把你的任务拆成几个子任务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分配专家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把子任务分给最合适的几个专家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并行执行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几位专家同时干活，并行推进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合并成果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团长把所有人的产出合并成一份完整成果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什么时候该用专家团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复杂任务单一岗位干不完，值得用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一次要出 Word、Excel、PPT 多种成果，值得用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重要任务值得花 3-5 倍积分换端到端交付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写邮件、整理表格、改文档，用单专家就够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第一次试用别碰专家团，先把单专家跑熟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账号、积分与价格（2026 年 8 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9768"/>
                <a:gridCol w="5563384"/>
                <a:gridCol w="275248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价格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免费版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元，有限的免费积分额度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先跑通体验几轮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专业版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99 元/月，年付通常有优惠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个人重度使用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年度版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119 元/年起，年付折算更便宜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长期使用的个人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SaaS 企业版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199 元/人/月，统一管理与共享集成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5-20 人小团队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专有云企业版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316 元/人/月，支持私有部署与数据驻留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强合规需求的大企业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积分怎么扣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积分就是 AI 干活的能量额度，像游戏里的钻石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召唤专家、用技能、跑专家团都扣积分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旗舰模型扣得多，专家团是单专家的 3-5 倍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先扣免费体验额度，再按到期顺序扣赠送积分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最后扣付费积分，用完要么等重置要么加购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该不该选 WorkBuddy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00333"/>
                <a:gridCol w="623530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适合你，如果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别选，如果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会用 Word、Excel，但不会命令行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要做大型代码库重构与复杂架构设计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被英文界面和 API 配置劝退过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要命令行、API、多入口深度协作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团队在国内，主要用企业微信和微信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要写 Hooks、Subagent、Agent SDK 定制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不想折腾代理、海外信用卡、英文文档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要完全本地部署、零云依赖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想给非技术同事和国内团队部署 AI 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团队在海外，主要用 Slack 和 Notion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现在的缺点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自定义能力相对较弱，不能精细控制每一步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专家团积分消耗高，免费额度很快用完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偏办公场景，写代码比不上专业编程工具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生态绑定腾讯系，换生态成本较高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根据任务选工具，不二选一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写代码用 Claude Code，写周报做调研用 WorkBuddy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