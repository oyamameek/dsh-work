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连接器是技能的一种特殊形态，比普通技能更深。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新连接器会持续上线，以你本机 App 显示为准。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自定义连接器偏技术向，小白让技术同事来配。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整个过程不到 30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授权时能看到具体范围，不放心就只授权发邮件。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读、搜索、预览、引用、回写都能在对话里完成。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接通后可以让 AI 找标题含周报的文档并总结待办。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合同、财务这类文档不要接进来。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企业微信连接器通常要企业管理员授权，个人接不了。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读邮件、发邮件、删邮件是三项不同权限。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别自己私接公司数据相关的连接器。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腾讯文档有版本历史，误改后可以从历史恢复。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WB-05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连接器与腾讯生态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让 AI 直接读你的邮件、改你的文档，不用来回复制粘贴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连接器是什么，跟技能啥区别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连接器是把 WorkBuddy 接到外部软件的桥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技能是通用小工具，比如网页搜索、文件读写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连接器专门对接某个具体软件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它做了身份授权、格式适配和长链接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接进来的软件，AI 能像操作自家功能一样操作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腾讯生态连接器一览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11488"/>
                <a:gridCol w="792415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连接器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能干什么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QQ 邮箱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读近一个月收件箱、发邮件、删邮件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腾讯文档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搜索、预览、引用段落、回写修改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腾讯乐享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搜索知识库、查询内容、协助创建和管理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腾讯会议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拉取会议纪要、提取决议和待办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TAPD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读需求、缺陷、迭代数据，汇总项目进度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企业微信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长链接稳定接入、推送消息、远程触发任务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是让 AI 调用外部工具的通用协议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可以理解成 AI 世界的 USB 接口标准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符合标准的工具都能被 AI 调用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不用给每个工具单独写对接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自定义连接器用的就是这个协议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接通 QQ 邮箱四步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找连接器入口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主界面找连接器或集成入口，通常在左侧栏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点添加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找到 QQ 邮箱卡片，点添加或连接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扫码授权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手机 QQ 邮箱 App 扫码并确认授权范围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浏览器点同意，卡片变成已连接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第一个邮件任务能干什么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挑出最近一周最重要的 3 封邮件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每封一句话总结并标注是否需要回复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单独列出疑似垃圾邮件，等你决定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明确要求不要主动删任何邮件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全程等你确认后再动手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腾讯文档为什么最值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国内办公最常用的文档工具之一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接通后 AI 能直接读文档当上下文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改完能直接回写文档，不用手动同步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团队共享文档时，AI 协作无障碍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2026 年 4 月正式深度打通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接通腾讯文档四步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找卡片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在连接器列表里找腾讯文档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点连接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点添加或连接，弹出授权页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选登录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选微信登录或手机号登录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看权限再同意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看清搜索、读取、编辑权限后点同意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腾讯文档连接器的边界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不会改你没有授权的文档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通常只授权读写，不授权删除文档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协同编辑时不会覆盖别人的修改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团队共享文档 AI 也能读，前提是你有读权限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敏感文档单独放账号，别接进 WorkBuddy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其他常用连接器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腾讯会议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拉取会议列表和纪要，整理决议、待办、参会人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腾讯乐享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搜索公司知识库，引用文章作为上下文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TAPD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读需求缺陷迭代，汇总进度生成项目周报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自定义连接器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MCP 协议接其他软件，需技术同事配置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授权时看清楚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每次接通都会列出申请的权限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只给必要的，只想读就别勾写和删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第一次接保守一点，后面需要再加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别图省事勾选全部权限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定期清理与安全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每月检查一次已连接列表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不再用的连接器及时断开或解绑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涉及敏感账号的，离职换岗前一定断开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企业版管理员能控制、审计和审批连接器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涉及公司数据的连接器先问 IT 同意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万一出事了怎么办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立刻断开那个连接器，AI 马上失去访问权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去对应软件的回收站或版本历史恢复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关闭连接器的写权限，只保留读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复盘是授权过宽还是任务描述不清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确认原因后再决定要不要重新接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接得越深，越要管好权限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下一篇：WB-06 知识库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