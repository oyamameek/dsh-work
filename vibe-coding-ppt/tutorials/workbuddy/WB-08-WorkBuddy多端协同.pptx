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小程序比公众号功能全，比桌面 App 轻量，日常手机端最合适。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 WorkBuddy 区别于必须用电脑的工具的关键体验优势。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同一个账号所有端通用，积分也共享，手机端不用单独付费。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价值在碎片时间利用、不被设备束缚、即时响应和顺畅协作。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远程适合轻量任务和查进度，大任务先在桌面跑。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团队分担场景：同事提问，它帮你消化后你再回复。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桌面断网时本地任务还能跑，云端任务会暂停。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一套配置让任何场景都能用上 WorkBuddy，但不重复、不冲突。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0"/>
            <a:ext cx="73152" cy="68580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0" y="3749039"/>
            <a:ext cx="4937760" cy="4937760"/>
          </a:xfrm>
          <a:prstGeom prst="ellipse">
            <a:avLst/>
          </a:prstGeom>
          <a:noFill/>
          <a:ln w="1524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Vibe Coding 学习系列 · WB-08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23160"/>
            <a:ext cx="95097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6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WorkBuddy 多端协同：桌面、手机、微信无缝接力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8992" y="4160520"/>
            <a:ext cx="201168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526280"/>
            <a:ext cx="9509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同一个微信账号打通所有端，不再被电脑束缚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6035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根据 AI-Coding-Guide-Zh 教程整理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WorkBuddy 有哪些端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361188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桌面当主力，手机和微信负责移动与协作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" y="2148840"/>
            <a:ext cx="1463040" cy="6400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五个端各干什么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9" cy="24688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752062"/>
                <a:gridCol w="7083577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端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定位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桌面 App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主力工作台，功能最全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微信公众号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轻量交互，看状态、收推送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微信小程序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手机上继续任务、查看产出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企业微信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团队协作，远程触发和群内 @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网页版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部分能力，浏览器里轻量使用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核心机制与三大场景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同一个微信账号打通所有端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数据云同步，不用手动导来导去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跨端接力：桌面开任务，手机看结果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远程触发：地铁发指令，桌面跑完推回手机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移动办公：手机随时查知识库、问专家、收推送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把手机端接上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关注公众号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微信搜 WorkBuddy 或腾讯 WorkBuddy 官方公众号，授权登录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1246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246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用小程序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微信搜 WorkBuddy 小程序，能看任务、知识库、触发新任务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138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138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接企业微信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公司开通企业版后，企业微信里有应用入口，能用全部能力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030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030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先想清楚分工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手机端偏轻量交互，建库、配连接器等复杂操作仍在桌面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接通时卡住怎么办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搜不到入口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名字有全称和简称，多试几个关键词，或让用过的人推名片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7453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授权后没反应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453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确认登的是桌面同一个微信账号，退出重新登或重启微信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提示账号未开通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可能登错微信号，或企业账号没开通移动端权限，问管理员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7453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企业微信看不到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453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公司没开通这个应用，问 IT，或让管理员把你加进可见范围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跨端接力与远程触发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361188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桌面开、手机接，出门也能继续干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" y="2148840"/>
            <a:ext cx="1463040" cy="6400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跨端接力四步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桌面开任务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让专家基于工作资料库整理本周复盘，发出去后直接锁屏出门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1246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246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路上查看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打开微信小程序任务列表，看进度，完成了就直接看产出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138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138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手机继续问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在同一对话上下文里，让 AI 细化没完成的事的原因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030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030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推给同事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用小程序分享功能转发，或经连接器导出到腾讯文档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远程触发的注意点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桌面 App 要保持在线，别让电脑睡眠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网络要稳定，断网任务就跑不了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设开机自启，重启电脑后 App 自动启动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远程指令要写清任务、目标和输出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30 分钟以上的大任务别远程触发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微信群里怎么用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在群里 @ WorkBuddy 让它处理任务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它会读群里上下文，召唤专家后简短回复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群里 @ 它消耗积分，你触发就扣你的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群里消息它能看到，但只回应被 @ 的内容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机密话题别在群里处理，复杂任务转私聊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多端同步与冲突处理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任务历史、知识库、专家和技能配置都云端同步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连接器授权状态和个人偏好设置也同步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同时改同一份文档，通常最后保存的覆盖前面的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桌面跑任务时手机再触发，通常排队执行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建议同一时间只用一端操作复杂任务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多端安全注意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手机加锁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锁屏设密码，部分版本支持给小程序单独加锁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7453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手机丢了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453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立刻在桌面端账号设置里退出所有移动端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公共网络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别在公共 WiFi 触发敏感任务或读敏感知识库，用流量更安全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7453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企业管控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453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管理员能限制移动端可用范围和数据，离职时可远程清除权限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老金的多端分工参考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桌面：主力工作，复杂任务和各项配置都在这里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小程序：通勤查进度、轻量提问、接收推送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企业微信：跟同事协作、收团队自动化推送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公众号：接收周报月报这类长文推送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按自己的工作流调整，避免重复和冲突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272887" y="2331720"/>
            <a:ext cx="164592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697480"/>
            <a:ext cx="944575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8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任何场景都能用上 WorkBuddy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977639"/>
            <a:ext cx="94457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桌面当主力，手机管移动，微信管协作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806440"/>
            <a:ext cx="94457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AI-Coding-Guide-Zh · 老金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