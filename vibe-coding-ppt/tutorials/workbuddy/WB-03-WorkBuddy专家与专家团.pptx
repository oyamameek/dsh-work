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别动不动上专家团烧积分。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有真实素材，才能看出专家和普通对话的差别。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卡片读三栏：擅长领域、能力介绍、任务示例。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要求不要修改原数据，结果用 Markdown 表格加文字说明。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懒人简版记住身份加任务加输入加输出格式加边界。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同一个专家，提问方式不同，产出质量天差地别。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判断标准：任务值不值得花你 1 小时以上。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查不到的公开信息先标注待补充，不要编造。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把公司业务上下文固化进专属团。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建好的专属团通常可以分享给同事复用。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不需要上专家团时，手动接力更可控。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专家擅长整理、分析、生成和初稿，最终判断还是要人做。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WB-03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专家与专家团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像管一个 AI 团队一样使唤 WorkBuddy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先理解三个层次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直接对话：跟通用 AI 聊，啥都能问，啥都不精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专家：召唤一个有职业身份的 AI 角色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专家团：一组专家分工，团长自动拆解并行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消耗关系：直接对话小于单专家小于专家团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选用原则：能对话就别用专家，能单专家就别组团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准备清单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WB-02 装好登进去了，跑通过最小任务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账号有积分，至少够跑 3-5 个专家任务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一份非敏感的真实素材，如旧周报或会议纪要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从专家中心挑对专家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左侧栏找专家或专家中心入口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内置上百位专家，覆盖主流办公场景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写作、分析、文档、设计、技术、法律都有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挑专家贴任务，不贴名气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写周报找办公写作专家，别找战略咨询专家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第一次实战：让数据分析师看表格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选专家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在专家中心找数据分析类专家，点召唤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上传表格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把非敏感表格拖进对话，或按 App 提示上传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发出指令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要求找异常点、总结趋势、给 3 条行动建议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查看产出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会看到异常点表格、趋势总结和可执行建议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黄金提问模板五要素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身份：开头明确专家的具体职业身份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任务：写清目标，例如为汇报或为决策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输入：给数据、给背景、给约束，别让对方猜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输出：明确结构、字数、语气，产出直接能用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边界：什么不能做、信息不足先问，避免跑偏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三种典型问法对比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838826"/>
                <a:gridCol w="499681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问法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效果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帮我写个周报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太笼统，专家发挥不出来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我是运营，写份专业点的周报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能用，但不出彩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身份加目标加结构加字数的完整问法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专家全力发挥，产出直接能用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什么时候该用专家团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复杂任务单一岗位干不完，值得用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一次要出多种成果，值得用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跨领域整合，需要多角色一起想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写邮件、做表格、改段文字，用单专家就够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积分紧张或第一次试用，先跑单专家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第一次专家团实战：竞品分析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找专家团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在专家中心切到专家团分类，找竞品分析类卡片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发出任务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列 2-3 个竞品，说明目的和报告的 5 个部分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等待并行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团长拆解、并行、合并，通常要 2-5 分钟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查看报告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报告带对比表格、分工标识和团长的整合说明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自建专属专家团四步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找入口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在专家中心找创建专家或我的专家入口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说需求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告诉它团名和要哪几个角色，不用写代码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审核人设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它生成每位专家的人设和方法论，你审一遍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保存召唤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不对的让它改，保存后下次直接召唤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自建的注意事项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专家数量别贪多，3-5 个角色最合适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每个专家边界要清，避免产出重复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团长要会拆任务，重点讲清怎么分工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沉淀公司术语、模板、过往案例当经验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别指望一次建好，迭代 3-5 次才顺手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高级技巧：手动组合与喂样本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手动组合：市场调研到产品到设计到文案接力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总耗时约 20 分钟，消耗只有专家团的三分之一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喂样本：附上三份以前的周报作风格参考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专家会学到你的用词偏好和段落节奏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产出从通用 AI 味变成你自己的味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专家的边界：什么活别交给它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需要最终判断的决策，专家只出草稿和分析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涉及客户隐私、未公开财务的敏感任务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完全没标准答案的开放创造，灵魂靠人注入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实时变化的信息，要靠连接器拿最新数据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用好专家的团队，每个人能管更多事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下一篇：WB-04 技能与技能市场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