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两者都让 AI 读你的数据，但一个实时拉，一个提前喂。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第一次选不同类型的非敏感资料：一份 PDF、一份 Word、一份表格。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 AI 凭训练记忆答，知识库凭你的资料答。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别把所有资料塞进一个库。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共享知识库要谨慎，你导入的资料团队成员都能看到。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五原则：指定库、问具体事、要依据、容许不知道、跨库分开问。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知识库主要处理文字，图片视频和精确计算都比较弱。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知识库：让 AI 读你的资料再回答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把一批资料喂给 AI，回答有依据、可追溯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一次导入一批资料，AI 回答时去库里找依据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知识库和连接器的区别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连接器像打电话，实时去某个软件拉最新数据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知识库像档案柜，把一摞文档一次性放进去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连接器适合邮件、会议等实时信息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知识库适合员工手册、产品手册等静态资料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要最新动态用连接器，要基于资料回答用知识库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第一步：建第一个知识库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15 分钟从新建到第一次提问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建库四步走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找到入口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主界面左侧栏找知识库或我的资料入口，与专家、技能、连接器并列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新建知识库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填名称和描述，选择私人或共享的可见范围，点创建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导入资料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支持 PDF、Word、Markdown、Excel、CSV、PPT 和网页链接，第一次先导 5-10 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等待索引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5 份小资料约 1-3 分钟，状态变成可用就能提问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第一次提问怎么写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开头写明基于我的个人工作资料库回答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请 AI 引用资料里的具体段落或数据作依据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要求资料里没有就直接说没找到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回答里的引用段落可以点开核对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核心价值是让回答有依据、可追溯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建库卡住了怎么办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导入失败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检查 PDF 是否加密、Word 是否受保护，文件别太大，文件名别用特殊字符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索引特别慢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资料太多太大或网络慢，先建 3-5 份的小库，跑顺后再加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检索不到内容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扫描版 PDF 要 OCR，提问别太空泛，先确认资料导入成功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回答凭记忆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提问里明确基于某个知识库，并确认该库处于已启用状态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第二步：知识库的进阶管理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分场景建库、更新资料、管好权限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分场景建库与资料更新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按场景分库：工作、公司制度、产品、客户、学习笔记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检索时指定某个库，AI 找得更准更快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库太多管理成本高，按需建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偶尔变的资料手动删旧传新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频繁变的资料用连接器自动同步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三种知识库的权限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7058"/>
                <a:gridCol w="3406901"/>
                <a:gridCol w="478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谁能用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私人知识库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只有你能用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个人隐私资料放这里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共享知识库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团队成员都能用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导入前确认没有敏感信息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涉密知识库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单独建、单独管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别跟普通库混在一起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黄金提问模板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开头写明基于某个知识库回答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问题要具体，别问说说我们公司这种空泛问题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要求引用具体段落或数据作为依据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多份资料冲突时，让 AI 列出来自己判断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明确告诉 AI 找不到就说没找到，不要硬编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四种实战场景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产品专家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导入产品手册、功能说明和 FAQ，准确回答客户的功能问题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合规顾问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导入员工手册、报销规范，给出公司真实政策而不是通用模板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项目助理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导入过往方案、合同和复盘，几秒列出项目清单去见客户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学习辅导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导入课程笔记和读书心得，把零散学习串成体系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知识库的边界和坑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实时股价、新闻、库存改用连接器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跨多个库的复杂推理容易乱，分库分别问更准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扫描版 PDF 要先做 OCR，再转成可复制文字导入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资料冲突会让 AI 选不准，定期清理过期文档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机密和隐私资料别导入，也别混进共享库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 AI 回答有依据、可追溯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先建小库跑通，再慢慢扩容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