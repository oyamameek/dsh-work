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召唤办公写作专家能写出邮件，装上发邮件技能才发得出去。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专家管角色化，技能管具体动作。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市场上已有上万个技能，还在持续增长。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长期不更新的技能可能已经失效。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装完就能查实时互联网信息，不再受训练数据截止时间限制。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已安装不等于已启用，这是最常见的失败原因。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看错误提示：权限不足、网络超时、配额用完各有对策。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写邮件时开邮件技能，平时关掉。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会按顺序优先尝试排在前面的技能。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完全不懂代码就用第二种，第一种适合有技术同事支持的团队。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自定义技能需要一定技术基础。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四件套各司其职，组合起来才能自动出简报。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WB-04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WorkBuddy 技能与技能市场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专家决定 AI 以什么身份思考，技能决定它干什么动作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技能是什么，跟专家啥区别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专家像一个有职业身份的人，比如秘书小王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技能像这个人手里会用的工具，比如打印机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人再厉害，没工具也只能动嘴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装上技能，AI 才能真的发邮件、读写文件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技能就是一组封装好的小程序和工作流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专家与技能对比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62158"/>
                <a:gridCol w="3360461"/>
                <a:gridCol w="51130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对比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专家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技能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解决什么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用什么身份思考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能做什么动作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例子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办公写作专家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发邮件、查股价、读写本地文件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能单独用吗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能，召唤就有产出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通常要配合专家或对话用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技能市场里有什么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办公类：文档四件套、邮件收发、日历提醒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信息类：网页搜索、股价汇率天气、新闻聚合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文件类：本地读写、格式转换、批量重命名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创作类：图片生成、视频转录、海报设计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开发与知识类：代码运行、数据库、笔记对接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挑技能三原则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按需求挑，先想经常干哪件重复活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971800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52928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看评分和评论，挑高分和评论多的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4087368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968496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看更新时间，优先最近 1-3 个月还在更新的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5202936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84064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零成本技能优先，先用免费的那批练手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第一次装：网页搜索技能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进入市场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在主界面找技能或技能市场入口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搜索技能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搜网页搜索或联网搜索，找评分高的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点安装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点安装或一键安装，等几秒完成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确认启用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确认是已启用状态，禁用的点一下切换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跑通第一个技能任务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回到对话界面，召唤任意专家或直接对话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明确点名使用网页搜索技能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要求核心事实、3 条来源链接和观点总结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强调要实时信息，不要凭记忆回答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链接是真的，可以点开核对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技能没跑通怎么办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AI 没调用技能，检查是否已启用并明确点名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权限不足，去技能设置里授权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网络超时，重试或换个时段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配额用完，免费技能有频率限制，等明天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结果不对，看评论后换个同类技能试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管理技能：按需启用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装了不等于要一直开，只在用的时候启用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971800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52928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同时启用的技能控制在 5-10 个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4087368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968496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太多会干扰 AI 判断，它不知道该调哪个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5202936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84064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用完就关，避免后台误触发和消耗积分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启用、禁用、卸载与排序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启用禁用是临时开关，不删技能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971800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52928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卸载是彻底删除，支持批量操作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4087368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968496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设置里配置技能能访问什么数据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5202936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84064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把最常用的技能拖到前面，避免 AI 调错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自定义技能的两种装法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339852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339852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941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941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上传技能包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941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找上传技能或本地安装入口，拖入技能包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4360" y="2130552"/>
            <a:ext cx="339852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4360" y="2130552"/>
            <a:ext cx="339852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2104" y="2542032"/>
            <a:ext cx="2941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2104" y="3227832"/>
            <a:ext cx="2941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让 AI 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2104" y="3913632"/>
            <a:ext cx="2941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在对话里说想做什么，它反问细节后生成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2920" y="2130552"/>
            <a:ext cx="339852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2920" y="2130552"/>
            <a:ext cx="339852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0663" y="2542032"/>
            <a:ext cx="2941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0663" y="3227832"/>
            <a:ext cx="2941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确认保存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0663" y="3913632"/>
            <a:ext cx="2941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确认行为后保存，先在小任务里试跑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自定义技能的安全注意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别装来路不明的技能包，可能含恶意代码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别给技能超过它需要的权限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发邮件的技能不该能读你全盘文件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先在测试任务里跑，确认行为再纳入日常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涉及公司系统的技能，先问 IT 同意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专家、技能、连接器、自动化四件套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专家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谁来干，决定 AI 的身份和思考方式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技能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用什么工具干，决定 AI 能干哪些动作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连接器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干完结果送哪去，对接外部软件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自动化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什么时候自动干，定时或远程触发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让 AI 从会聊天，变成会干活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下一篇：WB-05 连接器与腾讯生态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