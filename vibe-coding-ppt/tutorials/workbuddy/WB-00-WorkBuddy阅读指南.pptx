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作者老金，难度入门，阅读约 5 分钟，无前置知识。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Key 就是 AI 服务的使用凭证，类似账号密码；它跟聊天工具的区别是下任务、出成品。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整套教程都围绕这五个词展开。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记住这五层，就理解了 WorkBuddy 整个产品的骨架。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每篇教程都是看完学完直接能用的实操指南。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WB-06 到 WB-10 面向更垂直的需求。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按自己的目标选路线，不必从头到尾顺序读。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每篇只解决一类问题，按症状直接跳转。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产品更新很快，菜单名和价格可能与本机略有不同。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看某篇觉得绕，是教程的问题，不是工具的问题。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WB-00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阅读指南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会用电脑但不会命令行，也能用 AI 办公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这份文档写给谁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会用电脑、但不会命令行的普通人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办公族、管理者、运营、学生、研究者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开发者身边想用 AI 的家人和同事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想找开发者工具，请看 Claude Code 与 Codex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补上普通人也能用 AI 这一块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到底是什么（30 秒版）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腾讯 2026 年 3 月推出的 AI 办公助手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下载 App，用微信扫码登录就能用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用大白话说需求，它直接产出 Word 文档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不用写代码、不配 API Key、不用英文和翻墙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一群有专业身份的 AI 角色直接交付成品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五个核心概念先记住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4651"/>
                <a:gridCol w="6532296"/>
                <a:gridCol w="26986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概念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通俗解释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类比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 AI 配一个具体职业身份，用那个职业的眼光干活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雇一个专员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专家团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一个任务派给多名专家分工，团长拆解分配再合并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雇一个项目组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技能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 AI 能做某个具体动作的小工具包，一键安装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给员工配工具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 AI 定时跑任务，或在微信里远程触发它干活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员工自动排班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连接器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WorkBuddy 接到腾讯全家桶，读写办公数据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员工的外联通讯录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五个概念连成一个骨架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技能等于 AI 能做的具体动作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专家等于能力加职业身份加经验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专家团等于多个专家协同干复杂事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连接器让这些能力伸进腾讯办公软件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自动化让这些能力定时或远程触发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文档地图（一）WB-01 到 WB-05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1907"/>
                <a:gridCol w="5722616"/>
                <a:gridCol w="329111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教你做什么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谁需要看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WB-01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 分钟召唤第一个专家，搞清能帮你干什么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WB-02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装好、微信扫码、跑通第一个任务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所有人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WB-03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召唤单专家、组专家团、自建专属专家团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想真用起来的人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WB-04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从市场一键装技能、启停、完成真实任务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想让 AI 多干活的人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WB-05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接通 QQ 邮箱、腾讯文档、腾讯会议跨软件干活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用腾讯全家桶的人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文档地图（二）WB-06 到 WB-10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74593"/>
                <a:gridCol w="5932048"/>
                <a:gridCol w="322899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序号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教你做什么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谁需要看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WB-06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把腾讯文档、ima 知识库接进来让 AI 读资料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资料多的人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WB-07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定时跑汇报、微信远程触发、跨软件流转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想把重复活交出去的人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WB-08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桌面开了任务，手机、企业微信、小程序继续接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在多设备办公的人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WB-09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WorkBuddy 写代码、改 bug、起本地预览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偶尔写代码的人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WB-10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积分、席位、私有云、数据边界、四工具选型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团队负责人与纠结选型的人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三条阅读路线加一条开发者路线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🚀 最快用起来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WB-01 到 WB-03，半小时召唤第一个专家就能出活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💼 办公日常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WB-01 到 WB-05 再加 WB-07 自动化，约 2-3 小时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🔒 团队部署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WB-01、WB-02、WB-10，再学五大概念与 WB-08 多端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🧑💻 开发者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WB-01 到 WB-09 Coding Mode，再到 WB-10 做工具对比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卡住时按症状反查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不知道 WorkBuddy 是什么，去看 WB-01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装不上或登不进，去看 WB-02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想让 AI 用专业角色干活，去看 WB-03 专家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想接 QQ 邮箱、腾讯文档，去看 WB-05 连接器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担心积分、席位、数据安全，去看 WB-10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关于截图和界面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教程标注界面路径，例如左侧栏到专家中心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照着路径就能找到按钮，不用死记位置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里也有完整的图文教程和视频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界面和教程对不上时，以本机当前显示为准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这篇教程的一个原则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WorkBuddy 的卖点是简单，教程也尽量简单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971800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每篇只解决一类问题，带一个能跑通的任务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087368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968496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每篇留下一份能带走的成果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202936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84064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觉得复杂就反馈，是教程写得不够好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先跑通一个最小任务，再慢慢加能力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下一篇：WB-01 WorkBuddy 项目介绍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