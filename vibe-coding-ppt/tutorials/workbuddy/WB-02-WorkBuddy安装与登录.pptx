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开课前先把清单对一遍，免得装到一半发现缺东西。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公司电脑装之前先和 IT 确认，能省掉最多时间。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下载安装都不需要账号，打开 App 扫码时才需要。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SmartScreen 拦截时点更多信息再点仍要运行。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第一次启动提示无法验证开发者，去隐私与安全性点仍要打开。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Mac 已损坏通常是安全机制误判，不是真坏了。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微信扫码最快、不用记密码，后面多端接力也方便。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别急着跳过引导，它告诉你核心功能的位置。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这一步不召唤复杂专家，只验证 App 能用。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很多人第一天就烧光免费额度还不知道为什么。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专家团是单专家的 3-5 倍消耗，第一次别用。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助手能读文件、发消息，第一次装完必须做权限检查。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WB-02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WorkBuddy 安装与登录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20 分钟装好、扫码登录、看到第一个 AI 任务产出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开始之前先确认环境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Windows 10/11 或 macOS，苹果芯片和 Intel 都行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硬盘留 1-2 GB 给 App 和缓存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内存 8 GB 以上更稳，4 GB 也能跑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国内直连的网络，不用翻墙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一个微信账号，以及安装要用的管理员权限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企业内网用户先看这条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公司装了 360、火绒、深信服等安全软件时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971800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852928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装之前先问 IT 允许不允许装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4087368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968496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问清楚要不要加白名单、有没有代理设置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5202936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5084064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很多装不上不是 WorkBuddy 的问题，是企业拦截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下载：认准官网并选对版本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搜 WorkBuddy 腾讯，认准带官方标识的链接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别点广告位，官网一定在腾讯域名下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Windows 选 .exe 安装包，比便携版更稳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Mac 先看芯片，苹果芯片选 ARM 版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不确定芯片就点苹果图标，看关于本机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Windows 安装四步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允许更改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弹出是否允许此应用对设备进行更改，点是我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选择位置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安装位置默认装 C 盘就行，不用改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勾选快捷方式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勾选创建桌面快捷方式，方便以后启动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点安装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等 1-3 分钟，完成后勾选立即启动 WorkBuddy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Mac 安装四步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打开 dmg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双击下好的 .dmg 文件，弹出安装窗口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拖进 Applications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把图标拖到右边 Applications 上，别直接双击运行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等待复制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等待 10-30 秒复制完成，关掉安装窗口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启动台打开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在启动台或应用程序文件夹里找到并点开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常见安装坑与处理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895619"/>
                <a:gridCol w="59400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现象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怎么办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Windows 提示已保护你的电脑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点更多信息，再点仍要运行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杀毒软件拦截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确认是误报后临时关闭再装，公司电脑先问 IT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Mac 提示无法验证开发者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系统设置到隐私与安全性，点仍要打开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Mac 提示已损坏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 xattr 命令去掉隔离属性后重开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苹果芯片装了 Intel 版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删掉重下对应芯片的版本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微信扫码登录四步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选微信登录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在登录界面选择微信登录或扫码登录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手机扫一扫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打开手机微信，右上角加号，点扫一扫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手机确认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扫到二维码后，手机上点允许或确认登录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进入主界面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电脑端自动进入主界面，登录完成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其他登录方式与新手引导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还可以用 QQ 扫码、手机号验证码登录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之前注册过腾讯云账号，可用账号密码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新手引导通常 3-5 屏，建议耐心看完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跟着引导做第一个示例任务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看清专家、技能、连接器这几个入口在哪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跑通第一个任务四步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找到对话入口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主界面找对话框或新建对话按钮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发最小任务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让 AI 用一句话介绍自己并说明能帮什么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看到回复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几秒内 AI 回复，说明账号、网络、模型全通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没跑通就排查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检查网络、积分、语言设置，再重启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积分是什么、在哪查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积分就是 AI 干活的能量额度，像游戏里的钻石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对话、召唤专家、用技能、跑专家团都扣积分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在 App 的我的、个人中心、账户里查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鼠标悬停在头像上有时也会弹出余额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记下当前余额、本月额度、下次重置时间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第一次试用怎么省积分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先用免费额度摸清不同任务的消耗速率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简单任务直接对话，别动不动上专家团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长任务拆成小任务分次跑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剩 10% 左右就停下，决定加购还是等重置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别开着后台自动化任务不管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装完后的安全自检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文件访问权限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建议给，AI 要读你的文档才能干活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麦克风和摄像头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用语音输入才给麦克风，摄像头一般不给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通知权限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建议给，任务跑完要提醒你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第一次别接敏感账号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别接公司邮箱、生产仓库，先用脱敏素材跑通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装好并跑通，才算真的开始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知道积分在哪查、怎么退出，再进入 WB-03 学专家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