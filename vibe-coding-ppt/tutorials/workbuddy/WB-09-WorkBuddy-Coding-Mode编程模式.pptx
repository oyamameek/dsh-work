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简单任务两种模式都能干，写代码的复杂任务交给专业工具更稳。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判断方法：偶尔写点小代码用 WorkBuddy，生产级开发换专业工具。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别用系统盘根目录当工作目录，容易碰到受保护的文件。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提问里写清用 pandas、加注释、处理异常，以及写完先别直接跑。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修完先看解释，确认后再自己运行，别让它直接跑。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想法到可见 demo 只要几分钟，这是 Coding Mode 最香的能力。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涉及公司代码先问 IT，用 Git 管版本，改错了能回滚。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Coding Mode：办公人偶尔写点代码用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写脚本、改 bug、起 demo，办公人也能写点代码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Coding Mode 是什么、给谁用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办公助手里的编程模式，不是专业程序员的日常工具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两种工作模式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 Mode 办公模式是默认，处理文档、调研、表格、PPT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Coding Mode 编程模式处理代码、改 bug、跑测试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切换后它会写真实代码文件、执行命令、起本地服务器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定位是办公人偶尔写点代码，不是专业编程工具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开发者请用 Claude Code 或 Codex 当主力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Coding Mode 适合谁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产品经理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偶尔写代码，写脚本处理数据、做小工具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运营和数据分析师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写自动化脚本，简化每天重复的办公操作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学生和创业者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学编程、做课程作业、快速验证想法做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开发者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快速试个原型，但别把它当主力工具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适合和不适合的场景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适合：写小脚本、改 bug、补单元测试、起 demo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适合：改前端样式、解释代码、做技术原型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不适合：大型代码库重构和复杂架构设计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不适合：CI/CD 集成部署和长期维护的生产项目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不适合：精细版本控制和代码审查，交给 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切换到 Coding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顶部菜单栏找模式或工作模式，或新建任务时选 Coding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切换后界面通常有颜色或图标变化，表示已在编程模式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首次初始化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它会问默认工作目录、用什么编辑器、要不要关联 Git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推荐配置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专用工作目录如 D:\workbuddy-code，编辑器用 VS Code，Git 关联开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切换时的常见问题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找不到入口，看设置或偏好里有没有默认模式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切换后界面没变化，重启 App 确认生效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提示工作目录权限不足，换成有读写权限的目录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Mac 用户可能要给完整磁盘访问权限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跑通第一个代码任务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准备环境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装好 Python 3.10 以上，命令行输入 python --version 能看到版本号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写明读 data.csv、按日期升序、按部门分组、输出 result.xlsx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看产出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产出包含带注释的代码、requirements.txt 和运行说明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自己跑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装依赖、准备测试数据、运行脚本，再打开结果核对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四个产出面板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最终交付的代码文件，你能直接下载或打开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All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这个任务过程中创建或修改的所有文件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代码变更，类似 Git diff，红色是删的、绿色是加的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如果起了本地服务，这里能实时预览效果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改 bug 的提问技巧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贴完整报错，包括前面的调用栈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给完整代码，别只贴你怀疑的那一段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说明你想实现什么，以及运行环境版本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让它解释改了哪几行、原来为什么错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别只说不好使或错了，信息太少没法修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起一个本地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让它搭单文件网页，HTML、CSS、JS 都内嵌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功能支持添加、删除、标记完成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数据存在浏览器 localStorage，不用后端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写完起本地预览，在浏览器里看效果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demo 适合验证想法，不适合直接上线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跟其他工具配合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日常开发、写生产代码、复杂重构和深度打磨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Codex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多入口协作、CI/CD、长时间运行的任务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接连接器后能 clone 仓库、改代码、建分支发 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本地编辑器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VS Code 里看和调整，浏览器里看运行效果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边界、坑和安全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几千个文件的大型代码库，上下文有限处理不过来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微服务、分布式等复杂架构超出它的设计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提问里明确先别跑，设置里开执行前确认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工作目录要隔离，Changes 面板每次看一眼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别执行危险命令，别把生产凭证写进代码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原型用 WorkBuddy，生产用专业工具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先验证想法，再交给专业工具打磨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