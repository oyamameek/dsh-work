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自动化把 WorkBuddy 从点一下干一下，升级到 7×24 小时自动运转。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摘要包含完成的事、未完成的事、今天优先处理的三部分。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预演跑通再等第二天 9 点，任何一步失败都看错误提示修。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组合示例：每天 9 点查邮件，发现紧急的立刻推企业微信。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通勤路上发指令准备早会发言稿，到公司就能直接念。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暂时不用点禁用，改配置点编辑，彻底不用再删除。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任务误发了消息或误删了文件，第一步是立刻禁用那个任务。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92608" y="0"/>
            <a:ext cx="73152" cy="68580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412480" y="3749039"/>
            <a:ext cx="4937760" cy="4937760"/>
          </a:xfrm>
          <a:prstGeom prst="ellipse">
            <a:avLst/>
          </a:prstGeom>
          <a:noFill/>
          <a:ln w="1524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874519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Vibe Coding 学习系列 · WB-07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423160"/>
            <a:ext cx="95097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46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WorkBuddy 自动化与计划任务：让 AI 定时和远程干活</a:t>
            </a:r>
          </a:p>
        </p:txBody>
      </p:sp>
      <p:sp>
        <p:nvSpPr>
          <p:cNvPr id="8" name="Rectangle 7"/>
          <p:cNvSpPr/>
          <p:nvPr/>
        </p:nvSpPr>
        <p:spPr>
          <a:xfrm>
            <a:off x="1078992" y="4160520"/>
            <a:ext cx="2011680" cy="731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4526280"/>
            <a:ext cx="95097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把重复活交出去，你下班它继续干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60350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根据 AI-Coding-Guide-Zh 教程整理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9875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三种自动化形态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" y="3611880"/>
            <a:ext cx="9875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到点跑、事件触发跑、微信里远程让它跑</a:t>
            </a:r>
          </a:p>
        </p:txBody>
      </p:sp>
      <p:sp>
        <p:nvSpPr>
          <p:cNvPr id="6" name="Rectangle 5"/>
          <p:cNvSpPr/>
          <p:nvPr/>
        </p:nvSpPr>
        <p:spPr>
          <a:xfrm>
            <a:off x="941832" y="2148840"/>
            <a:ext cx="1463040" cy="6400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自动化能带来什么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解放每天必做的汇总、监控和汇报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774289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655417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跨时段工作，你下班它继续干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692347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573475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跨设备触发，手机一句话桌面开始干活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610404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491532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任务跑完自动通知，不用一直盯着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528462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40959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它是双刃剑，配错会浪费积分或误发消息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建第一个定时任务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354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选触发方式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选定时触发，设成每天上午 9:00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7472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1246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1246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选执行内容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1246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召唤办公写作专家，基于工作日志知识库总结昨天事项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0138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0138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选输出方式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138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推送到企业微信或 QQ 邮箱，同时存一份到腾讯文档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5256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5256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9030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9030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命名并保存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9030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任务名每日 9 点昨日工作摘要，启用状态设为开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上线前先手动预演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在自动化列表点立即运行或测试运行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774289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655417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确认能读到工作日志，知识库检索成功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692347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573475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确认专家正常产出摘要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610404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491532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确认能推送到企业微信或邮箱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528462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40959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确认能存到腾讯文档，写权限正常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任务没按时跑怎么排查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627632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627632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6" y="1883664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时间不对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6" y="2432304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检查时区是否东八区，任务是否已启用，App 那时是否开着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627632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627632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74536" y="1883664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推送没收到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74536" y="2432304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检查连接器是否断开、推送目标对不对、是否禁用了通知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160520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4160520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6696" y="4416552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产出是空的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6696" y="4965192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知识库没检索到、任务描述太模糊、连接器读不到数据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4160520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4160520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74536" y="4416552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失败会重试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74536" y="4965192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通常自动重试几次，仍失败就停掉等人工处理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事件触发：发生了才跑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收到带紧急关键词的邮件立刻通知我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774289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655417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群里有人 @ WorkBuddy 自动处理问题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692347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573475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腾讯文档被修改后自动生成变更摘要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610404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491532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监控到股票跌破阈值立刻推送提醒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528462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40959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三种形态能组合成一条完整链路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事件触发的四个注意点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627632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627632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6" y="1883664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别设太宽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6" y="2432304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所有邮件都通知会刷屏，只挑真正重要的条件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627632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627632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74536" y="1883664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别设太窄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74536" y="2432304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关键词选太偏，会漏掉本该通知的事件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160520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4160520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6696" y="4416552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高频要限流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6696" y="4965192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同一类事件限定一分钟最多触发几次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4160520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4160520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74536" y="4416552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留关闭开关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74536" y="4965192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误触发时能立刻停，避免持续出错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远程触发：微信里让桌面干活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354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先接通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已经接好企业微信或微信的连接器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7472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1246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1246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找入口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1246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在微信或企业微信里找到 WorkBuddy 的小程序或对话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0138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0138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发指令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138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像跟同事说话一样发一句话，桌面端接到任务开始执行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5256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5256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9030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9030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收结果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9030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跑完的结果自动推回你的微信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远程触发的限制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9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桌面端 App 通常要在线，关机或睡眠跑不了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971800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852928"/>
            <a:ext cx="10332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9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远程任务同样算一次完整任务，消耗积分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4087368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968496"/>
            <a:ext cx="10332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9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涉及大文件的远程任务会比较慢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5202936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5084064"/>
            <a:ext cx="10332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9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多人共用账号时要协调，别互相覆盖任务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任务管理和监控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任务卡片显示启用开关、上次运行状态、累计积分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774289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655417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每周检查一次哪些任务跑过、成功没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692347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573475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失败的任务看日志找原因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610404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491532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积分消耗突然变多，可能配置写错了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528462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40959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关键任务配失败通知，避免静默失败好几天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积分与误操作防护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设积分预警，剩余 10% 时暂停所有自动化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774289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655417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给每个任务设每天积分上限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692347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573475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别配删除动作和自动回复邮件消息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610404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491532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高风险动作改成草稿模式，人审后再发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528462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40959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出事先禁用任务，再恢复数据并修配置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开箱即用的场景清单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627632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627632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6" y="1883664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个人场景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6" y="2432304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每天 9 点昨日摘要推企业微信，周五本周总结存腾讯文档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627632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627632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74536" y="1883664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团队场景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74536" y="2432304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每天 18 点聚合成员产出推团队群，TAPD 缺陷激增通知负责人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160520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4160520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6696" y="4416552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内容创作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6696" y="4965192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每天采集热点关键词，周一 10 点自动生成内容排期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4160520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4160520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74536" y="4416552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监控提醒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74536" y="4965192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紧急邮件即时推送，自选股跌破阈值提醒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272887" y="2331720"/>
            <a:ext cx="1645920" cy="731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697480"/>
            <a:ext cx="944575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38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先手动跑通，再让它自动跑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977639"/>
            <a:ext cx="944575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配好安全开关，重复活交给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806440"/>
            <a:ext cx="94457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AI-Coding-Guide-Zh · 老金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