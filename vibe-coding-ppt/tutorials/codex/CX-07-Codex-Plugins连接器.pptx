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CX-07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Plugins 与 Connectors：App 能力扩展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零基础 · 安装是让能力可见，授权是让数据可用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安装、授权、调用是三件事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插件可以包含 Skills、MCP、Apps，但不等于其中任何一个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安装、授权、调用、撤销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 Plugin：看它带来的 Skills / MCP / Apps / 配置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对外部服务单独授权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在线程中引用或调用外部上下文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工具或外部动作按权限和审批执行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不用时撤销授权或卸载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先分清四个概念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03736"/>
                <a:gridCol w="1862880"/>
                <a:gridCol w="526902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概念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本质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例子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Connector / App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外部账号连接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GitHub、Gmail、Drive、Slack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Plugin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能力包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一组 skills、MCP、apps、配置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Skill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可复用工作流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代码审查 SOP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MCP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工具协议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浏览器、数据库、文档源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App 中的连接器工作流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打开入口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进入 App 的 Plugins / Connectors / Apps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选择服务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挑要连接的 GitHub、Drive、Slack 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完成授权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授权范围要单独看清楚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引用并执行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用 @、mention 或自然语言引用外部上下文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安装或连接前的检查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99829"/>
                <a:gridCol w="883581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检查项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要确认什么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来源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官方、组织内，还是第三方插件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带 Skills、MCP、Connectors 还是组合包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权限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只读、评论、写文件、发消息分别要什么权限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数据范围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能访问哪些仓库、文档、邮箱或群聊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撤销方式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 App、服务后台还是组织管理端撤销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插件安装后的四层变化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目录层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Plugins 页面出现已安装条目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能力层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@ mention 或 bundled skills 可被调用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授权层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外部 App 可能要求登录或授权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执行层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按 prompt、权限和审批调用工具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最小权限原则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第一次安装只给必要权限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只读任务不给写权限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需要发消息或改 PR 时，明确说明目标和范围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团队插件先在测试项目验证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不再使用时及时禁用或卸载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常见连接场景与风险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93883"/>
                <a:gridCol w="3858227"/>
                <a:gridCol w="278352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场景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连接器价值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风险点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GitHub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 issue、PR、仓库上下文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写权限、PR 评论权限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Google Drive / Docs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读取团队文档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文档访问范围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Gmail / Outlook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引用邮件上下文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隐私和敏感信息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Slack / Teams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查讨论和决策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群聊范围和成员隐私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Calendar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查日程和会议背景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个人隐私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CLI 辅助管理 marketplace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946107"/>
                <a:gridCol w="388953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命令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用途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plugin marketplace list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列出已添加的 marketplace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plugin marketplace add owner/repo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添加 marketplace 来源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plugin marketplace upgrade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升级 marketplace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plugin marketplace remove 名称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移除 marketplace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观察输出：看用了什么，不只看答得像不像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你使用了哪些插件或工具能力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哪些信息来自外部系统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哪些结论是根据上下文推断的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有没有权限、网络、认证或数据范围限制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安装是让能力可见，审批是最后的安全门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安装让能力可见，授权让数据可用，审批是安全门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本系列 codex 分册到此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