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安装成功的标准不是终端里有 codex 命令，而是 App 能用起来。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不要从不明网盘或第三方安装包安装。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CX-01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App 安装与认证：从下载到第一个线程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 · Windows / macOS 装好、登上号、跑通第一个安全任务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安装目标：先能安全打开本地项目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App 是主线，CLI / Web / Cloud 是辅助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安装成功的五条标准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桌面 Codex App 能正常打开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能用 ChatGPT / OpenAI 账号登录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能添加本地项目并创建线程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能让 Codex 只读分析项目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能看到 Review、diff 和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系统准备：按平台走官方入口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4597"/>
                <a:gridCol w="3745024"/>
                <a:gridCol w="5076017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平台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版本建议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安装来源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Windows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Windows 11 是推荐基线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Microsoft Store 或 winget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macOS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使用仍受 Apple 支持的版本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官方 Codex App 下载页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Linux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桌面版暂未覆盖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先用 CLI / Web / Cloud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Windows 安装四步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从官方页面进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打开官方 Windows 页，点 Codex app for Windows 链接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 Store 点获取安装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企业禁用 Store 时让管理员分发，或用 winget 安装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开始菜单打开 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首次启动按提示登录，优先用 ChatGPT 账号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处理防火墙弹窗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一般只勾专用网络，公用网络不要选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首次启动的三个关卡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优先 ChatGPT / OpenAI 账号；API Key 不是 App 登录方案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权限提示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区分选目录、跑只读命令和写文件联网，后者看清再同意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防火墙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本地服务通信时弹窗，只放行可信网络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排障总表：先定位症状，不要乱重装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50453"/>
                <a:gridCol w="4532210"/>
                <a:gridCol w="395297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症状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常见原因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第一反应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 装不上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Store、系统版本或企业策略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先确认来源和系统更新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登录失败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浏览器登录态、网络、账号权限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换浏览器登录或重新授权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Review 不可用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 Git 或项目不是 Git 仓库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安装 Git，确认 git status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命令跑不动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PowerShell policy 或工具链缺失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先在终端跑版本命令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macOS 打不开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Gatekeeper 或下载来源问题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从官方入口下载再按提示授权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第一次打开项目：四步不慌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选一个普通 Git 仓库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不要一上来打开生产仓库，最好有 README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添加本地项目目录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确认 App 能识别 Git 状态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创建 Local thread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先发只读任务：总结技术栈、启动命令和测试命令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再做一个小改动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只改一个错别字，看 diff 且不自动提交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第一个安全可写任务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只改低风险文件，例如文档里的一个错别字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明确要求改完展示 diff，不要自动提交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确认改动只在预期文件里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 Review 面板能看到 diff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知道怎么撤销或继续修改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安装后检查清单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账号与环境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已登录，防火墙和 macOS 权限按最小范围授权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Git 与项目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能看到 Git 状态，能添加本地仓库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线程与只读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能创建 Local thread 并总结项目，不改文件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可写与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小改动能在 Review 中看到 diff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CLI 只作为辅助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25301"/>
                <a:gridCol w="351033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用途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--help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 CLI 帮助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app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 CLI 打开 App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review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做代码审查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exec "summarize this repo"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非交互执行任务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装好之后：先只读，再小改，最后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下一篇：CX-02 Codex App 桌面工作流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