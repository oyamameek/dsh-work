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Skills：把重复提示变成可复用工作流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让流程可重复，而不是让 prompt 更长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 是可复用判断，不是 prompt 收藏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要有步骤、边界和验收方式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 是什么，适合什么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一组可复用指令、资源和可选脚本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适合代码审查、文档核对、发布检查和团队 SOP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不适合只执行一次的临时任务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不适合需要实时外部 API 的工具连接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不适合需要定时运行的周期任务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什么时候值得做成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72688"/>
                <a:gridCol w="636295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同一提示复制三次以上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多人需要同一做法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输出格式总要固定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只做一次的临时任务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不适合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需要每天运行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交给 Automation 调度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好 Skill 的四个特征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触发清楚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description 里写明什么时候用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边界清楚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也写明什么时候不用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输入输出清楚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知道读什么、交付什么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内容分层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常用指令在 SKILL.md，长资料放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description 是触发路由，不是介绍文案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模板：Use when 场景，Do 动作，Do not use when 边界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差写法：Helps write high quality code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好写法要写清对象、动作、触发场景和边界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写得太泛，Codex 可能乱用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写得太窄，真正需要时触发不了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App 中调用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确认能否看到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当前 App 是否显示这个 Skill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确认层级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用户级、项目级，还是插件带来的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确认副作用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会不会读额外资源、运行脚本或调用工具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显式调用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 $code-review 或自然语言点名，再说清任务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Skills、Commands、Automations 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7363"/>
                <a:gridCol w="570827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首选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当前线程快速动作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Command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 SOP / 复用流程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定时或后台重复执行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Automation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外部工具连接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 / Connector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打包分发一组能力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文件结构：内容放哪里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41853"/>
                <a:gridCol w="3696893"/>
                <a:gridCol w="369689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放哪里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触发场景、流程、输出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必须先看到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长规范、示例、术语表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references/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需要时再读，节省上下文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重复性强易写错的逻辑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scripts/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要写清运行时和失败输出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Skill 不该承载什么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一次性任务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当前项目的临时 bug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模糊人设包装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需要每天变化的命令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真实密钥或私有账号信息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一次性任务放 prompt，项目事实放 AGENTS.md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下一篇：CX-07 Plugins 连接器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