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 适合本机控制，Cloud 适合远程仓库执行，两者靠 Git、PR 和 Review 衔接。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环境可复现比模型能力更重要。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这条链路解释了为什么 Cloud 不知道你本机的草稿。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不要只写帮我继续修，上下文不足会让 Cloud 扩大改动。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 script 要短而稳定、不写交互式命令、不输出密钥。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command export FOO=bar 只在 setup shell 生效，需要持久变量时放到 environment 设置。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 是执行者，不是最终审批者。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接飞书、钉钉、企业微信时，通常由外部系统触发 CI、SDK 或 Cloud。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CX-11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 Cloud：什么时候应该离开本机 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零基础入门 · 学会远程执行、环境配置与结果回流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目录：远端执行，本地收口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Cloud 是什么 → 何时用 → 环境与密钥 → 结果回流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Cloud 的定位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 Web / Cloud 是远程执行路径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它不是更强的本地 App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它围绕已连接的 GitHub 仓库、PR 和云端环境工作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Cloud 看不到你本机未保存、未提交、未推送的文件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Cloud 完成不等于可以合并，最终仍要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四个关键术语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Cloud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远程任务的仓库、依赖、脚本、变量和网络配置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Setup 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agent 开始前安装依赖、准备环境，默认可联网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Agent phase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 真正执行任务的阶段，默认不联网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Secrets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setup 阶段可用、agent 阶段前移除的敏感值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什么时候用 Cloud，什么时候留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8712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411575"/>
                <a:gridCol w="3424064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情况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 评论反复修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Cloud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长时间测试或构建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Cloud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从手机或另一台电脑派任务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Cloud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依赖本机数据库或桌面 GUI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App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需要访问未推送的本机文件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App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需要频繁看 UI 判断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App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一次 Cloud 任务的执行链路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选择仓库和分支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Cloud 围绕远程仓库、分支和 PR 执行任务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准备 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创建或复用 cloud environment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运行 setup 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安装依赖，结束后移除 setup-only secrets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进入 agent phase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执行任务并产出分支、PR、评论或报告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创建任务前的最小交接包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仓库和分支：owner/repo 的具体分支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目标：一句话说清要修什么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范围：只改哪些文件和目录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环境：装依赖和验证分别用哪条命令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限制与交付：不碰什么，开 PR 还是只出报告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Setup script 好坏对照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703799"/>
                <a:gridCol w="4225108"/>
                <a:gridCol w="190673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好 setup script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问题写法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问题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pnpm install --frozen-lockfile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npm install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依赖不可复现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corepack enable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echo $PRIVATE_TOKEN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泄露 secret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pnpm build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read -p "continue?"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交互式阻塞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 README / AGENTS.md 一致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 http://localhost:3000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依赖本机 GUI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变量、密钥和网络的作用时间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1664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126942"/>
                <a:gridCol w="3828504"/>
                <a:gridCol w="288019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类型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作用时间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Environment variables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setup 和 agent 阶段都可用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普通环境开关、非敏感配置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Secrets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只在 setup 阶段解密可用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安装私有依赖、拉取私有资源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Internet access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agent 阶段默认关闭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开启后只允许必要域名和方法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Cloud 回到 App 怎么核对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拉取远端分支或打开 PR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把 Cloud 产物带回本地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App Review 看文件列表和 diff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检查是否改了范围外文件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本地运行关键验证命令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不要因为 Cloud 通过就跳过本地测试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修正 Verification 和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对照 diff 和日志重写过度乐观的描述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Cloud 回流的四个常见风险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105077"/>
                <a:gridCol w="673056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风险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检查方式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云端环境和本机不同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本地重新跑关键命令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Cloud 改了范围外文件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App Review 查看文件列表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 描述过度乐观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对照 diff 和测试日志重写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Secrets 或网络权限过宽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 environment 和 connector 权限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App、Cloud、Automation 怎么分工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本地项目周期检查，优先用 App Automation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远程仓库长任务，优先交给 Cloud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PR / CI 触发，交给 GitHub、CI 或 Cloud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内部系统调度，用 SDK 或外部队列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不要用桌面 App 伪装 webhook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远端完成，不等于本地结束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本机掌握控制，Cloud 承担执行，Review 负责收口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