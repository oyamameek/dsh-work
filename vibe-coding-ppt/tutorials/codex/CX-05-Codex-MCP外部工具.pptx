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CX-05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MCP：在 App 中连接外部工具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零基础 · 先只读、再小范围、可审计、可撤销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MCP 不是搜索框，而是工具连接层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让 Codex 连接浏览器、数据库、文档和内部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MCP 能给 Codex 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文档上下文：查新文档，减少过期知识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开发工具：控制浏览器，检查页面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设计工具：读取 Figma 等设计上下文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数据工具：数据库 schema、只读查询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项目与内部系统：GitHub issue / PR、私有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App 中的 MCP 工作流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启用或配置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在 App Settings 或集成入口启用 MCP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查看可见工具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回到线程，用 /mcp 看 server 和工具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用自然语言调用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要求 Codex 使用工具，并观察权限提示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Review 结果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核对来源、时间、权限和副作用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从 0 配 MCP 前先确认四件事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600333"/>
                <a:gridCol w="623530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问题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为什么重要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本地命令还是远程服务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决定用 stdio、HTTP 还是插件提供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需要什么账号或 token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决定密钥放哪里，不能写进仓库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默认能读写什么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决定是否只读、是否需要审批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App 是否已有连接器或插件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有现成入口时不要重复手写 MCP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三类 MCP server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STDIO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本地命令启动进程，适合本机工具和私有脚本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36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525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Streamable HTTP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525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访问一个 URL，适合远程服务、OAuth 和云端工具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292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292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381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Plugin-provided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381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插件 manifest 提供 server，先看来源和工具权限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密钥放哪里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41307"/>
                <a:gridCol w="4122197"/>
                <a:gridCol w="367213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场景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推荐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不推荐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本地个人 token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系统环境变量或密码管理器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写进 config.toml 并提交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团队共享服务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组织 secret 管理、最小 scope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共享个人账号 token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Cloud / remote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环境变量或官方 secret 入口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 setup 日志里 echo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临时调试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临时只读 token，用完撤销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使用生产写 token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 MCP 前先问的安全问题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它能读什么数据，能写什么数据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它是否会联网，是否需要账号授权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它是否会把数据发给第三方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它能不能在只读模式下完成任务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生产库、客户数据和邮箱都按最小权限配置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工具风险分级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只读搜索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风险低，可以较宽松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读取私有数据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风险中，需要来源说明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写外部系统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风险高，需要人工确认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访问生产数据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风险很高，默认不要给新手练习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MCP 排障流程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51261"/>
                <a:gridCol w="3251261"/>
                <a:gridCol w="4333117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症状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可能原因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排查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/mcp 看不到 server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配置层未加载或 App 未刷新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先看 App Settings，再重启或刷新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CLI 能看到 App 看不到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配置层或会话状态不同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以 App 线程使用结果为准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server 启动失败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命令不存在或依赖未安装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在终端单独跑启动命令看日志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结果不可信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来源不明或时间过期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要求 Codex 列出来源和查询条件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MCP 配置核对清单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App 可见：/mcp 能看到 server 和工具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最小权限：只给当前任务需要的读写范围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密钥安全：token 在环境变量或 secret 里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只读试跑：能完成一次只读查询或读取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可审计、可撤销：知道怎么禁用和撤销 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先只读、再小范围、可审计、可撤销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下一篇：CX-06 Skills 可复用工作流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