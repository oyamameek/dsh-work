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不要先背参数表，本机 --help 比教程里的静态列表可靠。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 版本变化快，本机帮助输出比教程更可靠。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--dangerously-bypass-approvals-and-sandbox 不要写成团队默认推荐。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 离 Git、shell、CI 更近，所以要更保守。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升级后先跑 codex --version、codex doctor 和 codex --help 看差量。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 中先把它当成高信号 reviewer，不要默认让它写代码或 push。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v0.133.0 起 Goals 默认启用，写 /goal 要给明确停止条件。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 改完 MCP 或插件后，仍要回 App 核对调用和权限提示。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3749039"/>
            <a:ext cx="4937760" cy="4937760"/>
          </a:xfrm>
          <a:prstGeom prst="ellipse">
            <a:avLst/>
          </a:prstGeom>
          <a:noFill/>
          <a:ln w="1524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Vibe Coding 学习系列 · CX-12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509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Codex CLI：App 用户什么时候需要终端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4160520"/>
            <a:ext cx="201168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零基础入门 · 用终端排查配置、跑 CI、管插件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根据 AI-Coding-Guide-Zh 教程整理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目录：CLI 是 App 的补充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CLI 定位 → 常用命令 → 审批与沙盒 → CI 安全与排障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CLI 的定位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CLI 是 App 的辅助工具，不是普通用户的第一入口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它适合排查配置、管理 MCP、在 CI 中无头执行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也适合终端快速 review 和脚本批处理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Linux 或远程服务器环境常需要 CLI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正确路径是 App 主线遇到排障问题再回到 CLI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CLI 的三种使用模式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交互模式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运行 codex 进入终端 TUI，用 slash commands 协作和排查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无头模式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codex exec 适合 CI、脚本、一次性报告和结构化输出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专项命令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codex review / codex mcp / codex plugin marketplace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codex doctor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诊断环境、Git、终端和 app-server，排障优先跑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什么时候必须看 CLI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48972"/>
                <a:gridCol w="6986667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场景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为什么看 CLI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App 看不到 MCP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codex mcp list 可辅助确认配置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CI 想跑一次性审查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App 不适合无头运行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远程服务器或 Linux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没有桌面 App 主线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权限或 profile 排障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codex doctor 和 --profile 更直接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自动化需要 JSON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codex exec --output-schema 适合脚本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常用命令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8712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488626"/>
                <a:gridCol w="4347013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命令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用途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codex --help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查看本机支持项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codex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进入终端交互 TUI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codex exec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无头执行一次任务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codex review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在终端审查当前改动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codex mcp list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查看 MCP server 配置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codex plugin marketplace list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查看 marketplace 来源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审批与沙盒怎么选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42315"/>
                <a:gridCol w="6993324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场景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建议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只读分析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read-only，需要审批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小范围改 docs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workspace-write，明确目录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跑测试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允许普通命令，危险命令仍审批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CI runner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只给 PR diff 或目标目录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一次性隔离环境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才考虑无审批无沙盒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CLI 安全心智模型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默认只读或 workspace-write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danger-full-access 只在外部隔离环境用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CI token 只给必要仓库权限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codex exec 的 prompt 里写清不要修改文件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命令输出和日志不要打印 secret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升级后先确认本机能力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08610"/>
                <a:gridCol w="8227029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版本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你应该确认什么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v0.129.0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/vim composer、/keymap debug、/hooks 浏览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v0.132.0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codex exec 结构化输出、session picker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v0.133.0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Goals 默认启用、permission profiles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v0.139.0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code mode web search、doctor 诊断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v0.141.0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远程执行 E2E relay、Windows sandbox 修复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CI 中的最小安全模板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明确范围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只审查 PR diff 或指定路径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最小权限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CI token 只给需要的仓库权限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只读加不审批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codex exec --sandbox read-only --ask-for-approval never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人工合并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自动评论可以，自动合并要慎重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CLI slash commands 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先输入 /help 查看当前支持的 slash commands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状态与规划：/status、/permissions、/plan、/goal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审查与工具：/review、/mcp、/plugins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上下文与恢复：/compact、/resume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本机没有的命令不要按教程硬敲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课堂工坊：三个 CLI 辅助场景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只读诊断仓库命令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codex exec 读 package.json 和 AGENTS.md，不改文件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结构化输出给脚本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用 --output-schema 返回机器可读 JSON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插件排查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TUI 输入 /plugins，再用 marketplace list 看来源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权限 profile 排查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先跑 codex doctor，再试 --profile read-only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72887" y="2331720"/>
            <a:ext cx="164592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先会用，再会背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9445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App 是主线，CLI 是遇到配置、CI 和排障时的补充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0644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AI-Coding-Guide-Zh · 老金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