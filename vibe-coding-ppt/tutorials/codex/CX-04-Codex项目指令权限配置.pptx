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项目指令、配置、权限与沙盒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 · 让 App 知道怎么安全工作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从软到硬的四层配置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新手先掌握 AGENTS.md 和 App Settings 两层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配置系统的四层心智模型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项目说明层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AGENTS.md，写项目事实、命令、规范和安全边界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用户偏好层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Settings / config.toml，设模型、终端、审批、沙盒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命令策略层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Rules / permission profiles，对危险动作建立边界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事件脚本层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Hooks，在特定时机运行真实脚本做审计或检查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为什么不能只靠提示词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不持久：换线程后可能忘了重复说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不够硬：说不要推 main，仍要靠人工盯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不可审计：团队很难知道每个人临时说了什么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长期规则写进 AGENTS.md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高风险命令用 Rules，复杂事件才用 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AGENTS.md 推荐结构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94563"/>
                <a:gridCol w="834107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模块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要回答的问题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项目概览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这个项目是什么，主要目录在哪里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常用命令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安装、测试、lint、build 怎么跑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修改边界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哪些文件可以改，哪些要谨慎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代码风格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当前项目已有写法是什么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验证方式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改完怎么证明，失败要解释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AGENTS.md 不该写什么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API Key、token、cookie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只针对本次任务的临时要求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个人机器路径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不稳定的模型名称或价格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「写高质量代码」这种无法验证的口号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按场景选择权限策略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52062"/>
                <a:gridCol w="708357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陌生项目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保守审批，先只读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日常小改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允许常见读写和安全命令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大规模重构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 worktree，严格 review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CI / 自动化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外部沙箱 + 最小权限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涉及密钥或生产数据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默认拒绝，人工确认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三种沙盒模式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read-only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只读，适合审计和探索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workspace-write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可写工作区，适合日常开发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danger-full-access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无沙盒限制，只能在外部可信沙箱使用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Rules 适合与不适合做什么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946107"/>
                <a:gridCol w="388953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不适合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拦危险删除，例如 rm -rf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写复杂业务流程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拦未经确认的 publish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替代测试或 Review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 push、tag、force push 要求确认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判断产品取舍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 git status、rg、ls 等只读命令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管理外部账号授权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改完配置后怎么核对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改 AGENTS.md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新线程里让 Codex 总结项目规则，看是否读到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改权限或沙盒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/status 或 Settings 确认实际生效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改 MCP 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/mcp 看 server 和工具是否可见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换项目目录时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确认打开了对的目录，旧线程可能仍是旧上下文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Hooks 是事件脚本，不是万能自动化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配置通常在 .codex/hooks.json 或 [hooks] 表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会运行真实命令，可能读取敏感上下文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写错会阻塞工作流，学习阶段先别急着写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能用 Rules 解决的命令边界，不要先写 Hook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相对路径要改从 git root 或绝对路径解析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先用 AGENTS.md 和 Settings 把边界写清楚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下一篇：CX-05 MCP 外部工具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