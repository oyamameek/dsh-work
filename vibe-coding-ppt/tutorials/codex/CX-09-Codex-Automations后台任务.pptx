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管什么时候醒来，Skill 管醒来后怎么做，Triage 管结果在哪里看。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和 sandbox 管能做多大动作，Triage 管结果在哪里看。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后台运行时 prompt 含糊，它会反复失败或产生你没看见的副作用。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学习阶段优先只读；Automation 的价值是稳定报告，不是替你做高风险决策。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创建后不要立刻信任它，第一次运行要先看 Triage 或对应线程。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先判断是环境问题、任务描述不清，还是权限不足，再决定下一步。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没人维护的后台任务会慢慢变成噪音或风险。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Automations：让 Codex 按时间醒来的后台同事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从只读巡检到小范围修复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目录：先只读，再放开写入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是什么 → 什么时候跑 → 权限与失败 → 运营与分级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Automations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Codex 在后台或按计划执行重复任务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项目级 Automation 依赖本机 App 环境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运行时机器要开机、App 要在运行、目录要存在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background worktree 能隔离后台改动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一次性问题和目标不清的大改不适合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四个先搞懂的词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后台或周期运行的 Codex 任务，不是一次性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Thread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绑定当前线程定期唤醒，适合持续追踪同一件事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自动化结果 inbox，有发现才进入，没发现可能自动归档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Automation 负责时间，Skill 负责做法，团队最推荐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Standalone 和 Thread 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88402"/>
                <a:gridCol w="3745231"/>
                <a:gridCol w="270200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每天检查项目测试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Standalone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每次运行相互独立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每周总结多项目文档漂移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Standalone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可跨项目，报告独立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 分钟后看部署是否完成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automation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需要保留当前线程上下文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持续跟进一个 PR review loop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automation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评论、修复都在同一线程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每次都要从干净 prompt 开始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Standalone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上下文更可控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后台 prompt 要更耐久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频率：什么时候运行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范围：在哪个项目、哪些目录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动作：每次醒来具体做什么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权限：能否写文件、联网、评论、创建 PR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输出与停止：报告去哪，何时不再重复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三类任务与权限建议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6431"/>
                <a:gridCol w="4798232"/>
                <a:gridCol w="43409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权限建议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摘要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每周总结 open issues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每天运行测试或 lint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只读或最小写入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自动修小问题并提交 PR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必须明确范围和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创建后先核对四件事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确认名称和状态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面板里能看到 automation 名称和状态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核对时间和目录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运行时间符合你的时区，目录是目标项目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确认权限范围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是否只读，写入范围是否受限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找到暂停入口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确认能暂停、删除或修改这条自动化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频率设计：别制造噪音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6608"/>
                <a:gridCol w="3996695"/>
                <a:gridCol w="458233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推荐频率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测试守护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每天一次或工作日前一次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太频繁会被失败噪音淹没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 状态跟进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15-60 分钟，带停止条件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 CI 或 review 时有价值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依赖摘要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每周一次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每天看依赖容易疲劳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文档漂移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每周或每次 release 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文档变化不是秒级问题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安全基线与失败收敛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学习阶段只读优先，先报告再决定是否写入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不读取 .env，不自动推送主分支，不自动删除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第一次失败不要马上放大权限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失败超过 2 次就停止并汇报，不要无限重试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报告要给出命令、错误摘要和相关文件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自动化分级：学习阶段停在 L1-L2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28581"/>
                <a:gridCol w="5115351"/>
                <a:gridCol w="329170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例子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L1 只读报告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不改文件、不外部写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每日测试失败摘要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L2 小范围本地修复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只改指定 docs 或 tests，等待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 markdown 内部链接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L3 创建 PR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worktree 或分支提交建议 PR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依赖小版本更新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L4 外部系统动作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评论、发消息、更新 issue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需要明确 scope 和审计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L5 高风险自动化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部署、合并、生产写入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默认不建议由 App 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课堂工坊：从只读到小范围修复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每日测试守护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每天早上 9 点运行 npm test，只报告不修文件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文档漂移检查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每周一检查 README、AGENTS.md 与 package.json 是否一致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小范围自动修复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只改 docs 下 markdown 链接，展示 diff 等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第一周盯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看是否重复报告，是否需要改频率和停止条件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后台同事也需要有人接住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先只读、再小范围写入，最后才考虑自动创建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