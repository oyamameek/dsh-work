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App 桌面工作流：把 App 当主控台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线程、终端、Review、权限在一个桌面流程里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是开发主控台，不是聊天窗口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Thread 管上下文，Review 管结果，Settings 管边界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把哪些能力放在一起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Thread：一条任务线，带上下文、历史和状态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Review：查看 diff、行内反馈和 stage / unstage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Terminal：让 Codex 在受控环境里运行命令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Settings：模型、审批、沙盒、插件和 MCP 的入口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Automations / Plugins：后台检查和外部账号连接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核心概念速查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40446"/>
                <a:gridCol w="679519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概念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一句话解释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一条任务线，包含上下文、历史和状态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Worktree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Git 隔离工作目录，仍会产生真实改动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Review 面板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 diff、行内反馈、stage / revert 的关口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workspace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当前本机项目目录，决定 Codex 能看到什么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handoff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把任务交给云端环境继续做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五个控制点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这次到底要解决什么问题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该读哪些文件，陌生项目先只读建模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是否允许写文件、跑命令、联网、调外部工具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改动是否真的在预期范围内，收口由人决定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一条线程的生命周期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开场只读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先读项目，确认技术栈、命令、目录和风险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明确任务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说清目标、范围、不能做什么、怎么验证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允许执行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小任务直接改，大任务先 /plan 或用 worktree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检查与收口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 Review，定点反馈，由人决定是否提交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三种工作方式怎么选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94794"/>
                <a:gridCol w="4864300"/>
                <a:gridCol w="257654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读项目、解释报错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thread 只读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快，风险低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改一个文件或少量文档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Local thread +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改动小，容易检查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新功能、重构、改多个文件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Worktree thread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隔离改动，便于撤回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盯 PR、修 CI、长任务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/ Web handoff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不占用本地环境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好任务要写清五件事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目标：这次要解决什么问题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范围：只改哪些文件或目录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约束：不能做什么，例如不引入新依赖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验证：怎么确认改对了，跑哪条命令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交付：要 diff 摘要、测试结果还是 PR 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Review 面板逐项检查法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文件列表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是否只改了任务范围内文件，范围外要解释或撤掉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单文件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是否有无关格式化、删除或重命名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命令记录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验证命令是否真的跑过，没跑要说明原因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安全项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是否碰了 .env、token 或权限配置，碰到立即停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常见反模式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17930"/>
                <a:gridCol w="4008854"/>
                <a:gridCol w="400885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反模式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真正风险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更稳做法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一个线程混多个目标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上下文混乱，Review 难收口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一个目标一条线程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任务只写“优化一下”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不知道边界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写清目标、范围、约束、验证、交付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陌生仓库直接写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误读架构和命令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先只读建模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允许自动提交推送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错误进入远端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先草拟，由人确认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用户的三个基本动作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收窄：只改 README，控制 diff 大小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追证据：你运行了什么命令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反向解释：根据 diff 解释你做了什么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线程标题用结果导向命名，方便以后找回上下文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新目标开新线程；混在一起就难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先建立控制感，再逐步放开能力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下一篇：CX-03 Commands 工作流入口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