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先固定对比维度，避免把选型变成谁更强的口水战。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团队选错重心，教程再厚也会学歪。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这不是谁替代谁的问题，而是工作流重心不同。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同一任务只指定一个主力工具，不要同时抢方向盘。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不要让两个工具同时改同一工作区，用分支或 worktree 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每一周都先跑通只读、小范围写入、Review、回滚闭环。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迁移的核心是意图迁移，不是文件结构照搬。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CX-14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与 Claude Code：按工作流选主力工具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零基础入门 · 从重心差异到双工具共存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目录：不选更强，只选更合适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对比方法 → 重心差异 → 共存策略 → 落地计划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正确对比方法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不要按模型名、跑分或价格做长期选型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先看团队工作界面和常见任务类型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再看权限、审计要求和外部系统连接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然后评估自动化和并行需求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最后算培训成本以及迁移和共存策略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两个工具的重心不同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Codex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桌面开发主控台：线程、Review 面板、Settings、Cloud handoff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Claude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多端 coding agent 工具链，CLI 仍是强主线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Workflow center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工作流中心决定学习路径，不是能力排名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Migration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切换工具的配置、习惯、培训成本都要算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一句话对比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9672"/>
                <a:gridCol w="3238865"/>
                <a:gridCol w="544710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更像什么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App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桌面开发主控台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本地多线程、Review、Automations、Cloud handoff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Code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多端 coding agent 工具链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CLI 深度协作、Hooks、Skills、MCP、Agent Teams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什么时候优先谁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422934"/>
                <a:gridCol w="341270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情况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桌面线程管理多个任务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App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重视 Review 面板和可视化 diff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App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需要从本地接力到 Cloud 或 GitHub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App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团队主要在终端中工作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Code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需要深度自定义 CLI / SDK / Agent Teams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Code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需要在 SSH、服务器、tmux 长时间运行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Code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双工具推荐分工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44819"/>
                <a:gridCol w="2631691"/>
                <a:gridCol w="305912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App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Code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桌面多线程开发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主力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辅助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 Review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主力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辅助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终端自动化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辅助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主力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Hooks 深度定制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辅助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主力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 Automations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主力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另建计划任务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Cloud / GitHub handoff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主力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视插件能力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配置共存与 MCP 共享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同一仓库可以同时有 AGENTS.md 和 CLAUDE.md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AGENTS.md 给 Codex，CLAUDE.md 给 Claude Code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两边写相同项目事实，但不要互相假设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server 可复用，配置和权限分别验证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不要让两个工具同时改同一批文件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选型评分表：给团队会议用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72079"/>
                <a:gridCol w="2809605"/>
                <a:gridCol w="315395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 App 倾向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Code 倾向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团队成员是否熟终端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不熟，App 更易培训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熟，终端效率更高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是否高度依赖可视化 Review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一般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是否已有大量 .claude 资产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需要迁移成本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可继续复用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是否需要深度 shell / SSH / tmux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一般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是否要企业统一权限配置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两边都要评估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两边都要评估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30 天 Codex App 落地计划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1 周：建立控制感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只读总结、改 README、看 Review，不自动提交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2 周：建立项目规则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写根 AGENTS.md，明确命令来源和安全边界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3 周：接入外部能力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只读接入 GitHub、MCP、插件，写登记表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4 周：并行后台云端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worktree、只读 Subagents、Automation、Cloud 回流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30 天后团队应该留下什么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121471"/>
                <a:gridCol w="471416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产物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用途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AGENTS.md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项目事实和安全边界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 Review Skill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统一审查口径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MCP / Plugin 登记表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外部能力可追踪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Automation 登记表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后台任务有人负责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双工具分工规则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不让两个工具抢同一批文件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常见错误与迁移口径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按模型名判断工具，而不是看工作流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两个工具同时改同一文件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配置只写一边，AGENTS.md 和 CLAUDE.md 都要维护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MCP 权限复制粘贴，不做分别验证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不要把 .claude 目录原样复制到 Codex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先选一个主力，另配一个补充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按任务、团队和风险选择，不要一开始双主线培训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