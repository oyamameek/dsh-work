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先讲清单 agent 边界，再讲多 Agent V2 的可配置并发，不要第一天就开高并发。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不要让主线程变成旁观者，主线程的价值是判断和整合。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并行写入的命脉是文件所有权，共享文件由主线程统一修改。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不写这些，subagent 很容易变成多个不受控的普通对话。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路由表、公共类型、全局样式、配置和 lockfile 都是冲突中心。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如果两个 agent 结论相反，先整理冲突点，再决定下一步。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输出按严重度列出，主线程据此决定修复、撤销或保留。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演示时先讲单 agent 边界，再讲 V2 的可配置并发。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Subagents：把并行工作变成可管理的协作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零基础入门 · 从任务拆分、文件所有权到主线程合并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目录：先学会少用，再学会并行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解决什么问题 → 什么时候用 → 文件所有权 → 合并与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Subagents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它把一个任务拆成多个相对独立的子任务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价值是并行和分工，不是让任务自动变聪明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它不会扩大单个上下文窗口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主线程负责目标、分工、合并和最终决策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没有文件边界，并行只会把混乱一起放大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四个必须记住的角色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Main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主线程：锁定目标、拆分任务、处理冲突并合并结果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执行型子 agent：有明确文件所有权，返回 diff 和验证命令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Explorer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只读调查型子 agent：并行收集代码、文档和证据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Reviewer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审查型子 agent：通常只读，按严重度列出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并行不是越多越好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623977"/>
                <a:gridCol w="321166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子任务关系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是否适合并行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读不同模块、互不依赖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一个查文档，一个查代码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前端和测试文件所有权分开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后一步必须等前一步结论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不适合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多个 agent 都要改同一个核心文件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不适合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目标本身还不清楚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主线程先澄清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启动前必须写清四件事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总目标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这次到底要把什么迁移、重构或修好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子任务边界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每个 agent 只读或只改哪些文件和目录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是否允许写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先只读分析，还是限定文件写入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汇总与停止条件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输出结论、证据、风险；遇权限或测试问题先汇报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推荐分工与文件所有权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45697"/>
                <a:gridCol w="748994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负责范围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Frontend agent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src/pages/login.tsx、src/components/auth/*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Backend agent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src/api/auth/*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Test agent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tests/auth/*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Review agent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只读 diff，不改文件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合并：不要直接相信总结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先看每个 subagent 的输出是否有证据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再看是否存在互相冲突的结论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确认文件所有权有没有被遵守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由主线程整合，只选一个最小可执行方案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合并后用 Review 看 diff 并运行验证命令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常见失败模式与修正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59675"/>
                <a:gridCol w="2592278"/>
                <a:gridCol w="388368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失败模式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修正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多个 agent 改同一文件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所有权不清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明确文件范围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主线程不知道进展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没有汇总点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要求阶段性汇报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子任务太大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拆分不够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缩小到模块级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自己发散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缺少停止条件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写清边界和停下来的条件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 Review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并行改动难合并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合并前统一 review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课堂工坊：从只读三路到分文件写入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只读三路分析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frontend、backend、test 各自只读，只输出证据与风险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分文件并行写入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三路各改自己的文件，需要跨边界先停下汇报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 review agent 查风险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检查范围外改动、测试覆盖和是否触碰 secret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主线程合并并运行测试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最后运行 npm test -- auth，再看 Review 面板 diff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 Agent V2 的官方口径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0.145.0 起，多 Agent V2 已经稳定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可配置 subagent 模型、推理等级和并发上限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委派模式分三档：禁用、仅显式请求、主动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父拥有的 subagent 线程是只读的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任务存储从 CSV 迁移到 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先量边界，再谈并行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知道什么时候少用，才是 Subagents 真正成熟的标志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