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CX-03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Codex Commands：App 里的工作流入口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零基础 · 不背命令表，学会什么时候切换工作模式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入口、状态、动作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先看状态，再定推进方式，执行后用 /review 收口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slash commands 的三层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入口层：/status、/mcp、/feedback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状态层：/plan、/goal，改变任务推进方式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审查层：/review，围绕当前 diff 做检查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命令只是更快进入某种工作模式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模式不对，命令反而会制造混乱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用不用 Command 的判断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25782"/>
                <a:gridCol w="2486881"/>
                <a:gridCol w="462297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你想做什么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首选方式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看当前线程状态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/status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快速确认上下文、限制和配额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 Codex 先别动手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/plan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把执行前移到方案讨论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长时间推进清楚目标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/goal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让目标跨多个 turn 持续存在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检查当前改动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/review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直接进入代码审查口径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 MCP 是否连接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/mcp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看工具 server 和状态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用户先掌握的稳定命令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查看模型、工作区、审批和上下文状态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大任务先规划，不急着改文件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审查当前改动，合并前使用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/mcp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接外部工具后，查看 server 和工具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在 App 里发现命令四步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打开项目线程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任何已有项目的线程都可以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输入 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看弹出的命令列表和说明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注意实验标记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不确定时先问，不要直接执行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查官方文档核对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以当前 App 显示和官方 App Commands 为准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/plan：好的计划应该包含什么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要读哪些文件，要改哪些文件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可能方案和取舍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验证命令，以及不做什么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什么时候退出计划模式进入执行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差的 /plan 只写“做一个完整优化”，缺对象和边界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/goal：长目标也要有边界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76023"/>
                <a:gridCol w="655961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不适合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长迁移、长重构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目标没有范围，例如“优化项目”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部署重试直到成功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没有结束条件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原型打磨直到测试通过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没有权限边界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比一次提示更长但有明确终点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周期或后台检查，应交给 Automations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/review 的五个检查维度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范围：是否只改了任务指定文件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正确性：边界条件、空值、异步竞态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安全：是否触碰 secret、权限、网络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测试：是否覆盖新增行为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可维护：是否引入重复逻辑或隐式依赖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命令排障表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98877"/>
                <a:gridCol w="3244857"/>
                <a:gridCol w="509190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症状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可能原因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排查顺序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 /goal 没出现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feature 未启用或版本不支持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先看 / 列表，再查 features.goals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/review 没问题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当前没有 Git diff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先看 Review 面板文件列表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/mcp 看不到工具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MCP 未配置或 App 未刷新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看 Settings，再用 codex mcp list 辅助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命令列表和教程不同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版本、插件或实验开关不同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以当前 App 列表和官方文档为准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Commands 与 CLI Commands 不保证一致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面向桌面线程、Review 面板和工具入口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面向终端 TUI、命令行权限和会话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App 输入 / 查看，CLI 输入 /help 查看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两者不保证完全一致，以当前界面显示为准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CLI 命令写到 CX-12，不能写成 App 主线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掌握的是什么时候切换工作模式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下一篇：CX-04 项目指令、配置、权限与沙盒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