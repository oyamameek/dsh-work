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六条链路：输入层、上下文层、决策层、执行层、审查层、治理层。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安全不是单个开关，而是分类、限制、记录、复核、响应的流程。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高风险先停下来做计划，极高风险默认不让 Codex 自动做。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 Rules 通常写在 rules/*.rules，用 prefix_rule() 描述命令前缀和决策。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安装和授权要分开看，默认不要给生产写权限。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每阶段先跑通只读、小范围写入、Review、回滚闭环，再进入下一阶段。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事故后要能回答：谁让它做的、它看到什么、执行什么、谁批准、怎么回滚。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治理文件要被维护，而不是写完没人看。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安全与企业：把权限、审计和责任说清楚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零基础进阶 · 从最小权限到企业治理基线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目录：分类、限制、记录、复核、响应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安全模型 → 审批与沙盒 → Rules 与 Hooks → 企业基线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安全不是单个开关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它是一套分类、限制、记录的流程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让人在关键点确认：审批、Review、PR 合并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任何一层都可能出问题，不能只说大家小心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最小权限放在前面，团队要的是可持续协作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把风险放到不同控制点上，而不是关到最死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四个必须先懂的词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最小权限：sandbox、approval、Connector scope、MCP 限制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Defense in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多层防护：AGENTS.md、Settings、Rules、Review、CI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Blast radius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误操作影响范围：workspace、repo、组织账号、生产系统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可追踪记录：线程、PR、CI、Hook 与 MCP 服务日志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风险分级：先判断，再决定动作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6429"/>
                <a:gridCol w="3684171"/>
                <a:gridCol w="575503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级别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只读公开文档、改非关键文档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改业务代码、跑测试、读内部文档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workspace-write + Review + 测试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高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改权限、依赖、部署、数据库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计划、审批、worktree、PR review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极高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生产写入、secret、自动合并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专门审批、审计、事故预案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推荐审批与沙盒基线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8510"/>
                <a:gridCol w="3968849"/>
                <a:gridCol w="500827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审批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沙盒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只读审计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不允许写入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read-only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日常开发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危险命令审批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workspace-write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陌生仓库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保守审批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read-only 起步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外部隔离 + 最小权限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 runner 环境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生产数据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默认拒绝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明确人工授权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Rules 与 Hooks 各管什么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Rules 适合硬性限制命令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拦住递归删除、生产写库和直接推 main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上线前用 codex execpolicy check 检查规则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Hooks 是事件脚本，配置在 .codex/hooks.json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Hook 会运行真实代码，企业必须做代码审查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外部能力安全：先问清再放行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48166"/>
                <a:gridCol w="688747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关键问题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是否只读、是否访问生产、是否有审计日志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Plugin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它带了什么能力、授权 scope 是否过大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Connector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能访问哪些账号数据、卸载是否撤销授权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Automation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目录范围、文件类型、是否提交、是否通知人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Hook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是否泄露上下文、写错是否阻塞开发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企业落地四阶段路线图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个人安全习惯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AGENTS.md、只读起步、Review 面板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团队统一基线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 AGENTS.md、Rules、插件和 MCP 登记表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managed requirements、profiles、白名单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自动化扩展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Automations、Cloud 环境、CI、事故演练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敏感文件与事故处理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AGENTS.md 写清不读取或修改 .env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不要只依赖 .gitignore，模型仍可能读到文件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secret 泄露要立即撤销或轮换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误改大量文件先停止并保存 diff 证据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误推远端要通知团队、锁定 PR 或回滚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企业治理包的最小内容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codex-usage-policy.md：允许、需审批、禁止三档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权限 profile：只读、日常、审查、应急四类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codex-mcp-registry.md：数据范围、权限、owner、撤销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codex-automation-registry.md：频率、权限、停止条件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每个外部能力都要有 owner 和撤销方式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把大家都知道，变成有人负责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最小权限、清晰责任、可回看的审计，才是企业基线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