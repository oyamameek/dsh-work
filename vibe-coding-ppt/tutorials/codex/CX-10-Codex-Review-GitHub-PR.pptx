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里出现你自己改的文件很正常，因为它看的是 Git 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小修看 last turn，大合并看 branch，提交前同时看 staged 和 unstaged。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提交信息可以让 Codex 草拟，但执行提交要由你确认。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真正要拦的是 P0/P1，Codex 很容易为了修小建议扩大 diff。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PR 评论不显示，先检查是否在 PR 分支、是否完成 gh auth login。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一个诚实的 Verification 比漂亮的总结更重要。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如果它解释不清某个文件为什么改，通常是范围外改动或需要重审。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Review：从 App 改动到可合并的 PR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看懂 diff、写清 PR 描述、守住合并关口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目录：合并前必须有人看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Review 的本质 → 面板看什么 → PR 描述 → 常见风险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 的底层逻辑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改完代码，不等于你可以直接合并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 面板是 Git diff 工作台，不是成果展示页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它读的是 Git 仓库状态，可能包含你之前的改动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小修看 last turn，大合并看 branch，提交前看 staged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不要只用一个视角看 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 diff 视角和一个评论工具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Uncommitted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本地还没提交前，看当前工作区所有改动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Last turn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刚让 Codex 修完一轮，看这轮是否引入新问题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All branch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PR 或分支合并前，看当前分支整体是否合理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Inline comment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绑定具体 diff 行的反馈，比泛泛提示更准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一个完整 App 改动流程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本地修改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App thread 里限定文件范围后让 Codex 修改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 面板检查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看文件列表、单文件 diff 和命令记录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运行验证命令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运行相关测试和 lint，失败要解释清楚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stage 到创建 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由你确认 stage、commit、push 和 create 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 面板逐项看什么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00079"/>
                <a:gridCol w="6035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区域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要看什么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文件列表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是否出现范围外文件、生成物、锁文件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单文件 diff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是否有无关重构、删除、格式化噪音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命令记录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是否真的运行过验证命令，失败是否解释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行内评论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能否针对具体行要求 Codex 修复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Stage / Commit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是否由你确认提交范围和 message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Push / PR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是否推到正确分支和远端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 的严重程度分级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9319"/>
                <a:gridCol w="4888498"/>
                <a:gridCol w="388782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级别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例子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 必修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泄露 secret、删库脚本、绕过权限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立即停止，人工处理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 必修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测试失败、范围外核心文件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定点修复后重新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 建议修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命名不清、重复逻辑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看时间和风险决定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 可后续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文案、格式、非阻塞优化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记录到后续任务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/review 与 GitHub Connector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/review 可以审查当前改动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带重点描述更好，比如移动端布局和测试缺口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GitHub Connector 能读 issue、PR 和 CI 状态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 PR 上下文通常要装 gh 并完成 gh auth login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授权前确认仓库范围、写权限和能否评论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PR 前核对清单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59951"/>
                <a:gridCol w="847568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你应该看到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不是直接在 main 上提交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没有范围外改动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至少运行相关测试或说明不能运行原因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描述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Summary / Verification / Risk 写清楚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Secret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 .env、token、账号信息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PR 描述不是营销文案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Summary：具体改了什么，不写全面优化系统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Verification：真实运行的命令和结果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Risk：影响范围和未覆盖点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没跑过的检查不要写 passed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复杂改动必要时说明怎么撤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常见风险与防法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24064"/>
                <a:gridCol w="741157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防法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顺手重构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任务里写清范围和排除项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未运行测试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明确验证命令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改了主分支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 worktree 或 feature branch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 太大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拆任务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 失败自动乱修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限定失败项和文件范围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课堂工坊：从一个小 bug 到 PR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本地小修先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限改两个文件，展示 diff 和命令结果，不提交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处理 PR 评论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切到 PR 分支，引用具体评论，只处理那一条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 PR 描述但不发布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草拟 Summary、Verification、Risk，不创建 PR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提交前做反向解释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Codex 解释每个文件为什么必须改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能看懂 diff，才算真正掌握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Review 的目标是让下一次任务更好写、更好查、更好合并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