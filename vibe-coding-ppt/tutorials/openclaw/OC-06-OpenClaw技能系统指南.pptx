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拿厨房打比方：刀、锅、铲子是工具，菜谱是技能。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技能不是一直驻留内存，只有相关技能会被激活。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技能靠 triggers 关键词匹配，匹配后才注入系统提示词。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优先级：工作区技能 &gt; 托管技能 &gt; 内置技能，同名会被覆盖。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技能市场 ClawHub 截至 2026 年 4 月已有 52,700+ 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没有 summarize 技能也能练习，重点是理解流程。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方法一：让 skill-creator 技能生成；方法二：手动建目录写文件。工作区技能优先于内置技能。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越权操作会被阻止、通知用户并记入安全日志。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触发词太宽会误触发，太窄则完全不触发。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OC-06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技能系统：教 AI 组合本领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工具是双手，技能是菜谱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技能到底是什么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先分清工具和技能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一句话理解技能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工具是 AI 的双手，只会做一件具体的事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技能是教 AI 组合工具的教科书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一个技能能把十几个工具串成完整流程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比如管理 GitHub Issue 要搜索、读取、评论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技能用 Markdown 编写，不用写代码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工具与技能的六个差别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871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1899"/>
                <a:gridCol w="5356275"/>
                <a:gridCol w="387746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 Tools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技能 Skills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粒度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单个动作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多步骤流程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定义方式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TypeScript/Python 函数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Markdown 指令文档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执行方式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直接调用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 按指令编排工具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无状态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可以维护上下文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触发方式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模型自动选择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关键词触发或模型判断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开发难度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需要编程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 Markdown 就行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找技能、装技能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三条常用命令走天下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常用命令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skills search "gog"：搜索技能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skills install gog：安装技能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skills update：更新已装技能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skills list：查看技能列表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skills check：检查依赖是否就绪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技能有三种来源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bundled 内置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随 OpenClaw 安装，不能修改，像随车自带的说明书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managed 托管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从 ClawHub 技能市场安装，可以更新，像应用商店的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workspace 工作区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你自己写的技能，放在 workspace/skills 目录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内置技能分类速览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871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49558"/>
                <a:gridCol w="5753853"/>
                <a:gridCol w="353222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分类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代表技能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用途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办公效率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gog、notion、slack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邮件、日历、页面、消息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开发工具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coding-agent、github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写代码、仓库、Issue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笔记知识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obsidian、nano-pdf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笔记管理、PDF 摘要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多媒体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voice-call、peekaboo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语音、截图、视频分析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生活工具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weather、things-mac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天气、任务、提醒事项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系统管理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summarize、skill-creator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长文摘要、创建技能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动手：装一个低风险技能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确认命令可用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运行 openclaw skills search "summarize"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安装文本技能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openclaw skills install summarize，只处理文本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在对话里触发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让 AI 把长文整理成 3 条要点并保留行动项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记住安全底线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新手别接邮箱、网盘、密码管理器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SKILL.md 的四个必备部分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技能名称与说明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第一行写名称，下面写描述和用途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触发条件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什么情况下激活，比如听到“记录读书笔记”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执行步骤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编号写清先做什么、再做什么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依赖工具与注意事项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列出要用到的工具和执行边界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技能的权限清单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file_read 读文件，风险低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file_write 写文件，风险中等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file_delete 删文件、shell_exec 执行命令，风险高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network 联网、auth_access 访问凭证，要谨慎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 SKILL.md 声明权限，再用沙箱和审批控制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80360"/>
            <a:ext cx="9966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技能开发的最佳实践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8006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指令要具体、步骤要编号、提供示例、权限最小化、一个技能只做一件事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常见问题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装不上：openclaw skills check 看依赖再重试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想禁用：把 skills.entries 里 enabled 设为 false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和内置冲突：工作区技能优先，删掉就恢复内置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技能太多不会拖慢性能，只加载相关技能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回滚：openclaw skills install 技能名@1.0.0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技能系统入门完成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下一步：07 记忆系统，让 AI 记住你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