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当前稳定基线为 v2026.6.8，升级后先跑 openclaw doctor。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Docker 部署要挂载数据卷，否则重建容器会丢配置。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一个 WhatsApp 账号只能同时连一个 Web 客户端。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gpt-5.2-mini 速度是 gpt-5.2 的 3-5 倍，日常对话够用。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召回与压缩策略也会影响每次请求的 Token 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会话日志在 ~/.openclaw/agents/main/sessions/*.jsonl。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正确的配置路径是 gateway.auth.token，不是 gateway.token。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国产模型大多通过 OpenAI 兼容接口接入，飞书国内原生支持。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73152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3749039"/>
            <a:ext cx="4937760" cy="4937760"/>
          </a:xfrm>
          <a:prstGeom prst="ellipse">
            <a:avLst/>
          </a:prstGeom>
          <a:noFill/>
          <a:ln w="1524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Vibe Coding 学习系列 · OC-11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9509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OpenClaw 常见问题 FAQ：卡住了看这里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4160520"/>
            <a:ext cx="201168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526280"/>
            <a:ext cx="9509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先能定位问题，比背答案更重要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根据 AI-Coding-Guide-Zh 教程整理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安装和配置问题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新手最常卡住的第一步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四个高频安装问题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命令找不到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npm 全局 bin 没进 PATH，也可用 npx openclaw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Node 版本不兼容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官方建议 Node.js 24.x，22.19+ 兼容，用 nvm 升级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npm 权限错误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EACCES 时把全局目录改到 ~/.npm-global，别用 sudo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中国网络很慢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换 registry.npmmirror.com 镜像，或改用 Docker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配置与升级要点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配置都在 ~/.openclaw/ 目录下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主配置是 openclaw.json，JSON5 格式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优先级：命令行 &gt; 环境变量 &gt; 配置文件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回滚：npm install -g openclaw@2026.3.28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升级后先跑 doctor 和 security audit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消息平台问题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连接正常但收不到消息怎么办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消息平台高频问题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WhatsApp 掉线：装成系统服务 openclaw daemon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Telegram 不响应：去 @BotFather 核对 Token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群组不回复：关闭 Bot 的隐私模式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Discord 字段是 token，不是 botToken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飞书收不到：检查事件订阅和回调地址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模型和 AI 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报错码对应不同的病因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五种模型问题速查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8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086035"/>
                <a:gridCol w="2663568"/>
                <a:gridCol w="4086035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现象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原因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解法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401 Unauthorized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Key 无效或余额不足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检查环境变量并重设 Key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429 Too Many Requests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超过 RPM/TPM 限流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配置模型故障转移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模型回复很慢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大模型推理加网络延迟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换 gpt-5.2-mini 小模型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context length exceeded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上下文窗口被占满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 /compact 压缩上下文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Ollama ECONNREFUSED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服务没启动或地址不对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ollama serve 后配 baseUrl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控制 API 成本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在提供商控制台设置月度预算上限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OpenClaw 本身没有内置预算控制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换 gpt-5.2-mini，价格约是 gpt-5.2 的 1/10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精简 MEMORY.md 和 SOUL.md 减少 Token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本地模型零成本，Ollama 拉 llama3.1:8b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运维、记忆与安全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上线之后才真正开始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部署运维与记忆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容器启动即退出：看日志查配置和端口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数据卷要挂载，否则重建容器会丢数据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记忆太大：MEMORY.md 建议 500 行以内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AI 不记得：开 memoryFlush 并主动让它记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多 Agent 默认不共享记忆，用共享目录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安全隐私四问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API Key 会不会泄露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存环境变量、权限设 600，别写进 git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聊天记录在哪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存在本地 ~/.openclaw/，只发给你配置的模型商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Gateway Token 要设吗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必须设，用 openssl rand -hex 32 生成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怎么限制谁能对话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配对系统加 allowFrom 白名单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中国用户特别提示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OpenAI、Anthropic、Google 在大陆不能直连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方案一：设置 HTTP_PROXY 和 HTTPS_PROXY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方案二：OpenRouter 一个 Key 用所有模型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方案三：用 DeepSeek、Moonshot 等国产模型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WhatsApp 需代理，钉钉和微信公众号不支持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72887" y="2331720"/>
            <a:ext cx="164592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697480"/>
            <a:ext cx="94457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FAQ 速查完成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9445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遇到问题先看日志，再对照本页定位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0644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AI-Coding-Guide-Zh · 老金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