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老金把快速开始写成手把手，因为太多教程只让人看懂，没让人跑起来。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OC-03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快速开始指南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手把手三步，让浏览器里的 AI 助手开口说话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本篇你会做出什么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Gateway 正常运行，Control UI 可以打开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能发送第一条消息并收到回复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知道怎么检查 Gateway 状态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失败时知道先看哪几个排查点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在终端里也能用 CLI 与 AI 对话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三步跑起第一个对话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339852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339852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941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941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运行引导向导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941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onboard --install-daemon 完成配置并注册后台服务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360" y="2130552"/>
            <a:ext cx="339852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360" y="2130552"/>
            <a:ext cx="339852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2104" y="2542032"/>
            <a:ext cx="2941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2104" y="3227832"/>
            <a:ext cx="2941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 Gateway 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2104" y="3913632"/>
            <a:ext cx="2941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gateway status，看到 running 就对了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2920" y="2130552"/>
            <a:ext cx="339852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2920" y="2130552"/>
            <a:ext cx="339852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0663" y="2542032"/>
            <a:ext cx="2941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0663" y="3227832"/>
            <a:ext cx="2941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打开 Control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0663" y="3913632"/>
            <a:ext cx="2941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浏览器访问 http://127.0.0.1:18789/，直接在输入框打字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Gateway 的四种状态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6634"/>
                <a:gridCol w="1526130"/>
                <a:gridCol w="674287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含义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running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正常运行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无需操作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stopped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已停止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gateway --port 18789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error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启动失败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 --verbose 查看日志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starting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正在启动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等待几秒后重新检查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Control UI 聊天界面的能力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实时流式输出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回复逐字显示，不用等全部生成完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Markdown 渲染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代码块、表格、列表都会正确渲染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多轮对话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上下文自动保持，AI 记得你之前说了什么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文件与语音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拖拽文件让 AI 分析，点麦克风语音转文字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第一条消息的完整流程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确认网关在运行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gateway status 输出包含 running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检查模型配置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config get agents.defaults.model 确认模型已选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发送第一条消息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在输入框输入：你好！请做一下自我介绍。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失败就跑诊断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没有回复时运行 openclaw doctor 检查链路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常用 CLI 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87715"/>
                <a:gridCol w="794792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查看版本与帮助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--version / --help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查看网关状态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gateway status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健康检查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health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运行诊断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doctor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打开终端 UI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tui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会话内斜杠命令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/status 查看会话状态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/new 或 /reset 重置会话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/compact 压缩会话上下文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/think high 设置思考级别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/usage tokens 显示 Token 使用量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配置文件块说明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28553"/>
                <a:gridCol w="2529545"/>
                <a:gridCol w="48775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配置块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关键字段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gateway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网关服务设置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bind、port、auth.token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消息平台配置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各平台连接信息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agents.defaults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 默认配置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model、compaction、sandbox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agents.list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 列表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id、workspace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plugins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插件配置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slots 中的插件槽位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安装后的目录结构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openclaw.json 是主配置文件，JSON5 格式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workspace/ 是 AI 的文件操作区域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工作空间里有 MEMORY.md、SOUL.md、USER.md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agents/main 存放会话存储与认证配置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配置含 API Key，建议 chmod 600 收紧权限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第一次失败怎么恢复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79251"/>
                <a:gridCol w="3963178"/>
                <a:gridCol w="459320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案例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现象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先查什么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Gateway 没启动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Control UI 打不开，CLI 发送失败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 --verbose 前台运行，再跑 doctor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模型失败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有入站日志，但报 401、429 或超时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 models list、API Key 与模型 ID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平台不回复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Control UI 能聊，平台没反应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 channels status 和入站出站日志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快速开始后的三个小练习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 AI 用中文解释当前 Gateway、Agent、Model、Channel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 AI 记住一个无敏感偏好，例如偏好中文回答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新开一轮对话，验证它是否真的记得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做一次日志复盘，把日志分成六个阶段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能说清链路，比能不能聊天更有价值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三个典型使用场景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个人 AI 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接入 Telegram，随时用手机和 AI 对话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团队协作助手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接入 Slack，服务团队内部协作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客服机器人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接入 WhatsApp，用 Pairing 手动审批客户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从能聊到能排错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下一步：读模型配置指南，把模型换成最适合你的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