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强调按任务读，不要一上来追所有功能。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每天只增加一个变量，变化越多排障越难。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阅读指南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先跑通哪一步、卡住时查哪一层，非程序员也能照着走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先认清 OpenClaw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它不是聊天网页，也不是只跑命令的工具，而是长期运行的 AI 网关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这套教程写给谁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老金把阅读路线拆细，让非程序员知道先跑通哪一步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本系列共 12 篇：00 阅读指南加 01 到 11 正文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不必逐篇通读，按自己的问题找路径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普通文档按功能排列，课程读法应该按任务排列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遇到问题时知道该查哪一层，比读完多少页更重要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核心术语表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59696"/>
                <a:gridCol w="5252680"/>
                <a:gridCol w="312326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术语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一句话解释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生活类比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跑在自己电脑上的开源 AI 私人助手框架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你雇了一个 AI 员工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Gateway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核心服务进程，收消息、调度 AI、返回回复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公司的前台总机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独立的 AI 助手实例，有自己的性格与技能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公司里的一个员工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连接消息平台的通道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员工的工位电话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Memory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跨会话记住的信息，存在本地 Markdown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员工的笔记本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另外几个高频词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Skill 技能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教 AI 完成特定任务的 Markdown 指令文件，像操作手册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Tool 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可调用的单个功能，读文件、发消息、搜索，像手边工具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DM Pairing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新用户首次私聊需你手动批准，像访客登记制度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Sandbox 沙箱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隔离环境，限制危险操作，像实验室的安全柜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四条阅读路线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小白速通 · 30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只看 01 前三节，跟做 02 安装、03 快速开始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日常使用 · 2-3 小时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加 04 模型配置、05 消息平台、06 技能、07 记忆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深度定制 · 半天到一天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完整读 06、07，再学 08 多 Agent 协作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生产部署 · 需运维经验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09 Docker 部署、10 安全配置、08 多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路线一：30 分钟小白速通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01 项目介绍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只看前 3 节，先知道 OpenClaw 是什么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02 安装部署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跟着快速安装章节，把软件装到电脑上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03 快速开始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完整跟做，5 分钟跑起第一个对话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先别接平台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Control UI 或 CLI 确认 Gateway、模型、配置都正常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按任务查文档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795193"/>
                <a:gridCol w="404044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你想做什么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推荐入口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先知道 OpenClaw 是什么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01 项目介绍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五分钟内聊第一句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03 快速开始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配一个可用模型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04 模型配置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 Telegram、Discord、Slack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05 消息平台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放到服务器长期跑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09 Docker 部署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第一周 5 天学习计划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1 天：跑通本地 Gateway，默认端口 18789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2 天：跑通第一个对话，只确认模型与链路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3 天：接一个低风险平台，如 Telegram 或 Web Chat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4 天：加一个技能或一条记忆，观察回复变化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5 天：做一次安全检查，建立安全基线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本系列的五条学习原则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先 Gateway，再平台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平台接入失败时，先确认核心服务是否正常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先一个 Agent，再多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默认 Agent 稳定后，再拆专业分工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先手动，再自动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自动备份、自动重启前，先手动跑通同样流程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先安全，再公网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只要公网可访问，token、TLS、Pairing 都不是细节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每章读完留下什么产物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8909"/>
                <a:gridCol w="735673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章节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留下的产物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01 项目介绍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一张自己的 OpenClaw 架构草图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02 安装部署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一份安装记录和当前版本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03 快速开始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第一条成功对话和日志定位方法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04 模型配置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模型路由笔记和备用模型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05 消息平台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一个 Channel Runbook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贯穿全课的练习项目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阶段一：本地个人助手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本机启动 Gateway，完成稳定对话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阶段二：手机入口助手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接到 Telegram 等低摩擦平台，留下 Channel Runbook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阶段三：可复用工作能力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加一个本地 Skill，整理 USER.md 与 MEMORY.md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阶段四：团队或服务器形态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多 Agent、Docker、安全加固与备份恢复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课程的价值不在看完多少页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8006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而在于你能不能把 OpenClaw 变成稳定、可维护、可恢复的系统。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开始你的第一步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打开 01 项目介绍，先建立整体心智模型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