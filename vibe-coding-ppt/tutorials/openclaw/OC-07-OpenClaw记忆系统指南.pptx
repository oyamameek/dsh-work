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打比方：AI 像每天失忆的同事，记忆文件就是交接笔记本。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这三点对应记忆系统要解决的三个问题。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compaction 压缩上下文时自动刷新短期记忆。长期记忆建议 2000 行以内。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v2026.4.5 新增 dreams.md，由 Dreaming 系统自动维护。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embedding 把文本转成向量；提供商可选 OpenAI、Gemini、Voyage、Mistral，也可用本地 GGUF 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200 页产品手册不要塞进 MEMORY.md，应放进知识库。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memory_search 负责语义搜索，memory_get 负责精确读取。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写长期记忆前问：三个月后还有效吗，会影响多次回答吗。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v2026.4.5 新增；阶段后台独立运行，不阻塞对话。回忆衰减会自动淡化旧记忆。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记忆启动加载通常不到 1 秒，对响应速度影响很小。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记忆系统：让 AI 记住你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Markdown 文件 + 向量索引，透明又可检索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为什么 AI 需要记忆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大语言模型天生无状态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没有记忆的助手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大语言模型每次对话结束就忘光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你说明天继续，它会问“什么方案”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朋友记得你，是因为他有记忆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记忆系统让 AI 知道你是谁、在做什么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有记忆后，它能接上昨天的进度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记忆的三大价值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连续性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跨会话保持上下文，记住项目进度和决策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个性化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了解你的偏好，比如喜欢 TypeScript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效率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不用每次重新解释技术栈和团队结构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三层记忆架构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39485"/>
                <a:gridCol w="5147579"/>
                <a:gridCol w="414857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层级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存放位置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特点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会话记忆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当前对话上下文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会话结束即消失，受窗口限制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短期记忆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memory/YYYY-MM-DD.md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每天一个文件，默认加载今昨两天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长期记忆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MEMORY.md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精选持久信息，每次主会话加载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四个记忆源文件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MEMORY.md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手动维护的长期记忆，存偏好、决策、重要事实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USER.md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用户画像，专门描述你是谁、你的习惯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memory/*.md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每日日志，记录当天的笔记和上下文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sessions/*.jsonl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会话历史记录，自动写入磁盘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记忆怎么存、怎么找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36118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默认零配置就能用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148840"/>
            <a:ext cx="1463040" cy="6400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存储与检索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sqlite-vec 是默认向量存储，零配置开箱即用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它基于 SQLite 扩展，单文件数据库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记忆源仍是 Markdown，编辑器可直接查看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混合搜索同时用关键词和向量语义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还有时间衰减、MMR 去重、查询扩展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记忆与知识库的分工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7843"/>
                <a:gridCol w="4032676"/>
                <a:gridCol w="4405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记忆系统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知识库 RAG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内容来源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对话中产生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预先准备的文档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更新方式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 自动写入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手动索引或监控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搜索方式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关键词加语义混合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语义向量搜索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适合内容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偏好、决策、笔记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文档、手册、代码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数据量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小，几十个文件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大，成百上千个文件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记忆操作命令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查看状态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memory status 看索引状态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重建索引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记忆文件改动后运行 openclaw memory 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搜索记忆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openclaw memory search "部署" 支持语义搜索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直接对话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说“记住：我用 Stripe”，AI 会写入记忆文件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一条记忆该放哪里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沟通偏好 → USER.md，长期有效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默认端口 18789 → MEMORY.md 长期事实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今天修了 Docker 章节 → 每日日志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下周可能换模型 → 每日日志，尚未确定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API Key 是 sk-xxx → 不保存，属于敏感凭证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Dreaming 的三个阶段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Light 浅睡眠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扫描最近会话和日志，提取值得保留的片段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436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525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Deep 深度睡眠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525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整合到长期记忆，合并重复项形成结构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1627632"/>
            <a:ext cx="339852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3816" y="1883664"/>
            <a:ext cx="284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REM 快速眼动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3816" y="2432304"/>
            <a:ext cx="28498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把高价值记忆提升为持久记忆，写入 dreams.md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突然不记得：多半是 compaction 压缩了早期消息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文件太大：直接编辑 MEMORY.md，旧日志归档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想忘记：编辑记忆文件，或直接让 AI 删除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 Agent 默认不共享记忆，需手动链接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换电脑：tar 打包 workspace 或 Git 同步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记忆系统入门完成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下一步：08 多 Agent 协作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