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消息平台接入不是接个机器人，而是把真实沟通责任接进去。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消息平台接入指南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Telegram、WhatsApp、Discord、Slack 从接入到安全上线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Channel 到底是什么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Channel 就是消息平台的抽象，所有消息都通过它进出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每个 WhatsApp 账号或 Telegram Bot 都是一个 Channel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可以理解成双向管道：外部消息流入，回复流出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生命周期：添加渠道、登录链接、收发消息、可选移除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主流平台接入难度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63828"/>
                <a:gridCol w="667181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接入难度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Telegram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⭐ 简单，5 分钟就能搞定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WhatsApp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⭐ 简单，扫码登录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Web Chat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⭐ 简单，Gateway 内置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Discord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⭐⭐ 中等，需要登录开发者后台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Slack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⭐⭐ 中等，需要配置权限与事件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Telegram 接入四步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搜索 @BotFather，发送 /newbot，拿到 Bot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写入配置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 channels.telegram 下填 botToken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或用环境变量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export TELEGRAM_BOT_TOKEN 更安全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群组要关隐私模式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 BotFather 里 /setprivacy 设为 Disable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Webhook 还是 Polling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50244"/>
                <a:gridCol w="4720648"/>
                <a:gridCol w="416474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特性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Webhook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Polling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实时性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即时推送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有延迟，取决于轮询间隔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资源消耗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低，被动接收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高，持续请求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网络要求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需要公网 HTTPS 地址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不需要公网地址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适用场景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生产环境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开发与测试环境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DM 安全：Pairing 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陌生人发消息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未知发送者会收到一个配对码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管理员批准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pairing approve &lt;channel&gt; &lt;code&gt;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生产环境用 pairing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防止未授权用户滥用你的额度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测试环境可用 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配合 allowFrom 实现细粒度访问控制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各平台消息长度限制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30377"/>
                <a:gridCol w="3730377"/>
                <a:gridCol w="337488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最大长度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Telegram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 字符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自动分段发送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WhatsApp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 字符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自动分段发送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Discord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2000 字符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自动分段发送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Slack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40000 字符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通常不需要分段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飞书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30000 字符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通常不需要分段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接入后的常见问题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42595"/>
                <a:gridCol w="659304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现象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Telegram 群组不回复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Privacy Mode，或设置为 @提及才回复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WhatsApp 连接断开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删除 credentials 目录后重新扫码登录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Discord Bot 没权限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重新生成邀请链接，补上所需权限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Slack 收不到消息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确认已邀请到频道，事件订阅验证通过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Webhook 验证失败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 HTTPS、证书有效、公网可访问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不同场景怎么选平台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个人使用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优先低摩擦，从 Telegram 或 Web Chat 开始，日志容易看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团队使用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 Slack、Discord、飞书，先看 Bot 可见范围与权限审批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客服场景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先定义产品范围和转人工条件，不让 AI 做法律与退款承诺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平台出事故：先止血再排查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93639"/>
                <a:gridCol w="7242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症状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先做什么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陌生人私聊触发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 Pairing，或撤销授权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群聊刷屏费用上涨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暂停该频道，检查触发词与模型成本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Bot 不回复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先看 inbound 日志，再查 token 与出站权限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Bot 回复到错误频道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先禁用绑定，再查 bindings 顺序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 泄露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立即轮换 token，检查日志与仓库历史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分四阶段上线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维护者自测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只允许 1-2 人，入口用 WebChat 或测试私聊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测试频道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创建 #openclaw-test，测 mention、thread、长消息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小范围正式频道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只开 FAQ、安装排查、文档链接等有限能力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扩展到多频道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每个频道配一个 Agent，都写一份 Channel Runbook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先控制谁能说话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个人使用保持 Pairing 开启，只批准自己的账号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不要把 Bot 加到陌生群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团队使用只允许特定频道，私聊先配对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管理员决定谁能触发高权限技能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日志中不要保存敏感原文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平台接入不是让 AI 出现在聊天窗口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006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而是让 AI 在正确边界内回复。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从能聊到能在团队里用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下一步：学技能系统，给助手加上固定工作能力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