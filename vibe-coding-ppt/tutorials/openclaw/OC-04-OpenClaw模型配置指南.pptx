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换模型容易，管好调用路径才难。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OC-04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模型配置指南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从云端大模型到本地开源模型，配置、切换与省钱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配置在哪里，先看什么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模型配置存在 ~/.openclaw/openclaw.json，JSON5 格式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可以直接编辑文件，也可以用 openclaw models set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v2026.6.8 强化 provider ID 规范化与密钥边界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不要把某个模型名写成长期默认答案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先看 models status 和 models list，再填模型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模型 CLI 命令速查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902951"/>
                <a:gridCol w="293268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命令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说明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openclaw models list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列出所有可用模型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openclaw models status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查看当前模型状态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openclaw models set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设置默认模型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openclaw models aliases list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列出模型别名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openclaw models fallbacks list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查看故障转移列表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主流云端提供商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OpenAI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最主流的提供商之一，通用、代码、多模态能力强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Anthropic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长上下文、工具调用和代码任务常用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Google Gemini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多模态与长上下文，也支持企业云路径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OpenRouter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一个 Key 用所有模型，自动选最便宜提供商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本地模型三种方案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Ollama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最简单，一行命令跑起来，强烈推荐新手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25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525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高性能推理引擎，适合有 GPU 的用户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381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LM Studio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81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图形界面工具，适合不喜欢命令行的用户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Ollama 硬件参考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06679"/>
                <a:gridCol w="2365820"/>
                <a:gridCol w="2584319"/>
                <a:gridCol w="39788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模型大小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最低内存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推荐显存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示例模型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1-3B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4GB RAM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不需要 GPU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phi3、gemma2:2b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7-8B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8GB RAM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6GB VRAM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llama3.1、mistral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13-14B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16GB RAM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10GB VRAM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llama3.1:13b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32-34B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32GB RAM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24GB VRAM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qwen2.5:32b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70B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64GB RAM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48GB VRAM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llama3.1:70b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按场景选模型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98987"/>
                <a:gridCol w="853665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推荐选择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日常闲聊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当前目录中的低成本模型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复杂推理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当前目录中的高能力或 reasoning 模型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编程辅助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工具调用和代码能力稳定的模型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中文场景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中文表现稳定的云端或本地模型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隐私优先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Ollama、vLLM 等本地模型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temperature 怎么设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17732"/>
                <a:gridCol w="4827385"/>
                <a:gridCol w="389052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值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效果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适用场景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完全确定性，每次输出一样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代码生成、数据提取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0.3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低随机性，比较稳定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客服回复、翻译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0.7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中等随机性，默认值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日常对话、写作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高随机性，更有创意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创意写作、头脑风暴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1.5+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非常随机，可能不连贯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一般不推荐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多模型故障转移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主模型不可用时自动切换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内置 model-failover 机制，保证助手始终在线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按顺序尝试备用模型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先试第一个，不行再试第二个，依次往下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分清触发条件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5xx、超时、429 限流、网络失败会触发；Key 无效不会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最后放一个本地模型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所有云服务都挂了，本地模型还能兜底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错误信息背后是哪一层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08123"/>
                <a:gridCol w="532751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错误表现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先查什么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401 / unauthorized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API Key 是否正确、环境变量是否加载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404 / model not found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 ID 拼写、provider 是否支持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429 / rate limit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配额、并发和免费额度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timeout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网络代理、provider 速度、本地服务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context length exceeded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会话是否太长、记忆是否太多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质量、速度、成本、隐私四象限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质量优先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强模型给核心 Agent，降低自动触发频率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速度优先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默认用低延迟 provider，复杂任务手动切强模型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成本优先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高频入口用便宜模型，长任务限制 maxTokens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隐私优先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本地模型处理私人内容，云端只处理公开材料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五个省钱技巧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简单任务用当前目录里的低成本模型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设置合理的 maxTokens，避免模型输出过长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 OpenRouter 自动选择最便宜的提供商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高频任务考虑用本地模型 Ollama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开启用量追踪，定期检查费用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让不同任务走不同模型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下一步：读消息平台接入指南，把助手接到手机上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