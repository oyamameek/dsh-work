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老金写安装最看重可复现：装好之后还要知道升级时从哪回头查。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只用云端 API 不需要 GPU，普通云服务器就够。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安装部署指南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macOS、Linux、Windows 的安装、升级与故障排查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核心流程就三步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本章按 OpenClaw v2026.6.8 稳定基线更新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官方推荐：运行安装脚本，必要时自动安装 Node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或者手动安装 CLI，用 npm、pnpm、bun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最后运行引导向导 openclaw onboard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日常升级优先用 openclaw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软件依赖要求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64633"/>
                <a:gridCol w="4125415"/>
                <a:gridCol w="224559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软件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最低版本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推荐版本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Node.js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22.19+ 兼容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10.0.0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Git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2.30+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最新版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Python（可选）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3.10+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3.12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Docker（可选）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24.0+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最新版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硬件要求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73103"/>
                <a:gridCol w="3831268"/>
                <a:gridCol w="38312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最低要求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推荐配置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核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核+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 MB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GB+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磁盘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500 MB 可用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GB+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能访问模型 API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稳定宽带连接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本地模型 7B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GB 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 GB VRAM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四种安装方式各适合谁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官方安装脚本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适合个人和普通用户，最快跑通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npm / pnpm 全局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适合熟悉 Node 生态的人，方便版本控制和排查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适合服务器长期运行，便于隔离、备份和反向代理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源码构建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适合贡献代码、调试 OpenClaw 本身、开发插件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安装方式对比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3068"/>
                <a:gridCol w="6375635"/>
                <a:gridCol w="279693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 i -g openclaw@latest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最通用、文档最多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yarn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yarn global add openclaw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速度快、缓存好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pnpm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pnpm add -g 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磁盘占用小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npx openclaw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免安装，适合体验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引导向导会带你做什么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选择 AI 模型提供商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DeepSeek、OpenAI、Anthropic、Google、Ollama 或自定义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API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输入后向导会自动验证，并列出可用模型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选择消息平台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Telegram、WhatsApp、Discord、Slack、Web Chat 可多选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Gateway 并完成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设置端口 18789 与 Control UI 密码，生成 openclaw.json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三个版本通道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30485"/>
                <a:gridCol w="4774669"/>
                <a:gridCol w="303048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通道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 标签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stable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标签发布，正式版本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latest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beta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预发布版本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beta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dev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main 分支最新代码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dev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升级、锁定与回滚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升级前先备份：cp openclaw.json openclaw.json.bak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升级用 openclaw update --channel stable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升级后用 openclaw status 验证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锁定版本：npm install -g openclaw@2026.2.24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回滚先 npm uninstall 再安装旧版本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常见安装问题排查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42178"/>
                <a:gridCol w="639346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症状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EACCES permission denied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nvm，或修改 npm 全局目录权限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npm ERR network timeout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换淘宝镜像，或配置代理后恢复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node-gyp rebuild failed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 Xcode 命令行工具或 build-essential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EADDRINUSE 端口 18789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查看占用进程，或改端口为 18790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Invalid API key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 openclaw config set 重新设置 model.apiKey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安装完成后的健康检查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--version 与 --help 检查 CLI 是否正常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config get 检查配置内容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status 检查 Gateway 状态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doctor 运行完整诊断工具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浏览器打开 http://localhost:18789 查看 Control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安装前先写一份环境画像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机器信息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操作系统、Shell、CPU、内存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运行时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Node、npm、Git 版本与安装方式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网络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所在地区、代理设置、npm 镜像源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权限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npm 全局路径、当前用户、是否使用 sudo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装好只是开始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下一步：运行 openclaw onboard，跑起你的第一个对话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