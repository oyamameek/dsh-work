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就是一个独立的 AI 助手实例，有大脑、记忆、技能和身份。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默认只有一个 main Agent，通常就够用。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bindings 是顶层配置，不能嵌套在 agents 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记忆后端可配置 Builtin(SQLite)、QMD、Honcho 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配置写在 openclaw.json（JSON5）的 agents 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sessions_send 有 reply-back ping-pong 和 announce step 两种模式。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流水线可用 sessions_send、定时任务或 HTTP API 串联。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技能越多越容易误触发，也越浪费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v2026.4.20+ 插件冷启动时间降低约 74%。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多 Agent 协作：给 AI 分岗位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一个员工全能，不如一群员工各司其职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为什么要多个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一个 Agent 什么都干会出问题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单 Agent 的四个麻烦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上下文污染：编程和日程技能互相挤占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无关指令既浪费 token，又让 AI 分心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人格冲突：编程要严谨，社交要轻松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安全隔离：社交 Agent 不该有 Shell 权限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消息路由：不同频道该给不同的人处理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 Agent 的四件私人物品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自己的工位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独立的工作空间目录，文件操作默认在这里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自己的工牌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独立的 auth-profiles.json 认证凭证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自己的笔记本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独立的 MEMORY.md 和每日日志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自己的技能证书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独立的技能白名单，只加载需要的技能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架构与配置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扁平路由，没有管理者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扁平路由怎么工作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看 bindings 配置直接决定消息给谁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没有管理者 Agent 在中间转发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路由规则是确定的，不需要 AI 判断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层级管理会增加延迟，还多花 token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匹配不到的消息默认给 main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之间共享什么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9320"/>
                <a:gridCol w="1801186"/>
                <a:gridCol w="690513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是否共享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工作空间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Agent 有独立工作目录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记忆文件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各自独立的 MEMORY.md 和日志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会话历史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对话记录完全隔离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认证凭证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各自独立的 auth-profiles.json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可配 Agent 级技能白名单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可选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可给每个 Agent 指定不同模型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创建一个新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用向导创建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agents add 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自动生成三样东西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工作空间、会话存储、认证凭证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查看列表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agents list 确认已创建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改身份设定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agents set-identity 调整人格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之间怎么协作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直接传话，或者借共享文件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四种通信方式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Sessions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sessions_send 直接给另一个会话发消息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共享文件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都读写 ~/.openclaw/shared/ 公共目录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用户中转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你从一个 Agent 拿结果，再发给另一个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定时任务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cron 让 Agent 按时间顺序接力执行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四种任务分发策略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4189"/>
                <a:gridCol w="4986544"/>
                <a:gridCol w="376490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策略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分工方式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按职能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编程、办公、社交各管一摊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最常见的分工方式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按平台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Agent 管一个消息平台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不同平台用途不同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按安全等级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可信、受限、只读三层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公开频道处理不可信消息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流水线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研究、写作、审核按序接力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长任务拆成多阶段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权限与隔离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技能白名单：只给 Agent 装需要的技能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沙箱：mode 设 non-main，非主会话进 Docker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allowlist 允许 bash、read、write 等工具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denylist 禁 browser、cron、gateway 等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认证隔离：coding 的 Google 凭证不共享给 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数量没有硬限制，3-5 个较常见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默认不共享记忆，可用共享目录或插件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同频道绑两个 Agent，排在前面的优先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删 Agent 不删工作空间，记忆文件还在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空闲 Agent 不占 CPU，只有 API 调用独立计费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 Agent 协作入门完成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下一步：09 Docker 部署指南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