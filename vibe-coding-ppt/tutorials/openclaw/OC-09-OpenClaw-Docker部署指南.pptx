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把应用和环境打包在一起运行，像把整套厨房搬走。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这篇讲的是部署，不是本地开发流程。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本文全部使用 docker compose（v2 语法），docker-compose v1 已弃用。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macOS 用 Docker Desktop 或 brew install --cask docker。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生产环境强烈建议用 Docker Compose，而不是单条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Named Volume 性能好，Bind Mount 方便直接看文件。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记得把 .env 加入 .gitignore；优先级 命令行 &gt; environment &gt; env_file &gt; .env。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端口 18789 是 Gateway 主服务，其他端口按需映射。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compose down -v 会删除数据卷，谨慎使用。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Docker 部署：把环境装进盒子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本地能跑，服务器上也能跑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为什么用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解决环境差异和迁移麻烦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Docker 部署的四大优势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环境一致性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Node.js、依赖、配置全打包，消除环境差异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一键部署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一条 docker compose up 搞定，不用手装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隔离性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跑在自己容器里，不污染宿主机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回滚方便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升级出问题就切回上一个镜像，数据在卷里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什么时候不需要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在自己电脑上开发调试，本地装更快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只是临时试用，不需要持久化部署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机器资源极其有限，Docker 本身有开销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经验法则：本地开发原生装，远程部署用 Docker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官方文档：docs.openclaw.ai/install/docker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准备环境并启动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先装 Docker，再拉镜像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系统要求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61630"/>
                <a:gridCol w="2787004"/>
                <a:gridCol w="278700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最低要求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推荐配置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核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核+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GB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GB+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磁盘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GB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GB+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24.0+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最新稳定版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Compose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v2.20+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最新稳定版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Linux 上安装并验证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一键安装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curl -fsSL https://get.docker.com | 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加入 docker 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sudo usermod -aG docker $USER 免 sudo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让权限生效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newgrp docker 或重新登录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验证版本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docker --version 和 docker compose 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快速启动单容器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docker run -d --name openclaw-gateway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端口映射 -p 18789:18789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数据卷 -v ~/.openclaw:/home/node/.openclaw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环境令牌 -e OPENCLAW_GATEWAY_TOKEN=你的令牌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加上 --restart unless-stopped 自动重启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数据与配置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容器会删，数据不能丢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关键数据目录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14084"/>
                <a:gridCol w="3282739"/>
                <a:gridCol w="173881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容器内路径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是否要持久化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/home/node/.openclaw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配置和数据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/home/node/.openclaw/workspace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工作空间文件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/var/lib/postgresql/data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PostgreSQL 数据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/data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Redis 持久化数据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环境变量与密钥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OPENCLAW_GATEWAY_TOKEN 是必填的网关令牌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日志级别可选 silent 到 trace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数据库密码写在 DB_PASSWORD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 Key 如 OPENAI_API_KEY、ANTHROPIC_API_KEY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${VARIABLE} 引用 .env，别把密钥写进 compose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生产环境实践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别直接暴露端口，用 Nginx 反向代理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Let's Encrypt 免费证书，Caddy 能自动续期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日志驱动限制 max-size 10m、保留 5 个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健康检查用 Node fetch 请求 /health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转发头要用赋值覆盖，不要追加客户端值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常用命令速查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95629"/>
                <a:gridCol w="934001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操作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启动服务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compose up -d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停止服务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compose down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查看状态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compose ps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查看日志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compose logs -f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更新镜像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compose pull &amp;&amp; docker compose up -d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进入容器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compose exec openclaw-gateway /bin/bash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Docker 部署入门完成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下一步：10 安全配置指南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