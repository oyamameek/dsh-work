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每一层都是独立防线，突破一层还有下一层，不要只依赖单一措施。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沙箱是限制 AI 执行危险操作的隔离环境，像给 AI 一个玻璃房。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永远不要把 Key 硬编码进 openclaw.json。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建议每 90 天轮换一次 API Key。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再运行 openclaw doctor 确认安全配置无误。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mode 字段控制，不是简单的 enabled 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沙箱内的 Agent 无法访问浏览器或操作 Gateway。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配对批准用 openclaw pairing approve &lt;channel&gt; &lt;code&gt;。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v2026.4.5+ 提供插件白名单；v2026.4.7+ 自动拦截危险环境变量注入。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安全配置：守住五道门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你给它多少权限，它就可能用出多少风险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为什么安全是第一优先级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它能读写文件、执行命令、收发消息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五层纵深防御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49470"/>
                <a:gridCol w="768616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防线内容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网络边界安全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TLS 1.3、防火墙、IP 白名单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认证与授权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Gateway Token、配对系统、用户权限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输入验证与过滤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提示词护栏、消息过滤、长度限制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执行隔离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Docker 沙箱、文件系统隔离、资源限制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审计与监控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操作日志、异常检测、告警通知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零信任五条原则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不信任任何输入，用户消息都先过滤验证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不信任任何网络，内网也用 TLS 加密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不信任任何执行，工具调用都在沙箱里跑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最小权限，只给完成任务所需的最少能力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持续验证，每次操作都重新检查权限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管好 API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密钥是 OpenClaw 最敏感的资产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三种密钥存放方式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系统环境变量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服务器推荐，写入 ~/.bashrc 后 source 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.env 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开发推荐，启动时自动读取，权限设为 600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密钥管理服务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团队企业推荐，Vault 或 1Password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密钥轮换五步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生成新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AI 提供商后台创建新密钥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更新环境变量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用新 Key 替换所有引用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重启生效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gateway restart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确认再撤销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health 正常后撤销旧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部署前必做清单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认证已设置：Token 或密码模式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用环境变量，不明文写进配置文件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DM 配对启用，dmPolicy 设为 pairing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绑定 127.0.0.1，不对外暴露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配置和凭证权限设为 600，TLS 1.3 已启用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沙箱与权限控制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让危险命令出不了玻璃房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沙箱的三种模式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6736"/>
                <a:gridCol w="5203934"/>
                <a:gridCol w="26749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 值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non-main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非主会话在 Docker 沙箱运行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生产推荐默认值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所有会话都在沙箱运行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高安全要求场景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off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禁用沙箱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仅限开发调试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工具 Allow 与 Deny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 允许 bash、process、read、write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 还有 edit 和 sessions 系列工具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 禁止 browser、canvas、nodes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 禁止 cron、discord、gateway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字段是 tools.allow，不是 toolAllowlist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认证与 DM 配对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认证是第一条防线，必须设置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Token 用 openssl rand -hex 32 生成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Token 至少 32 个字符，别用 password123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DM 配对默认策略 pairing，未知者需批准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公开模式 open 不推荐用于生产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四种常见威胁与防护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提示词注入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SOUL.md 约束加沙箱，敏感工具设为需审批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API Key 泄露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环境变量存储、权限 600、定期轮换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未授权访问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认证、DM 配对、IP 白名单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供应链攻击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只装可信技能，沙箱运行，插件白名单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安全配置入门完成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下一步：11 常见问题 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