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先讲清 App 是主线。安装成功的标准是能打开、能登录、能开线程、能看 Review。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不是聊天窗口，是开发控制台：Thread 管上下文，Review 管结果，Settings 管边界。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必装，Review 面板和 diff 依赖 Git。不要从第三方网盘下载安装包。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密钥不要贴进聊天框、截图、AGENTS.md 或仓库配置。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先只读测试，再小范围写入，最后才考虑 CLI 和高级能力。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Worktree 不是备份，它仍然产生真实代码改动，合并前必须 Review。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只写“帮我优化一下”，Codex 不知道边界，返工概率高。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在输入框输入 / 看当前版本列表。命令随版本、账号和插件变化，不要背死表。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它教 Codex 怎么理解项目；权限和命令边界交给 Settings、Rules、Hooks。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新手先掌握 AGENTS.md 和 App Settings，团队再引入 profiles、Rules、Hooks。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安装插件不等于自动授权外部数据，连接器要单独登录并按最小范围授权。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不要把“Codex 说完成了”当最终结果，Review 面板必须过一遍。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敏感文件写进 AGENTS.md，关键规则不要只依赖 .gitignore。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分钟后应能做到：描述任务、看懂 diff、完成基本桌面操作。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主线：把桌面 App 用成开发主控台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从安装、认证到 Review 一条主线走通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目录：从装好到用稳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是什么 → 安装与认证 → 桌面工作流 → 指令权限与安全 → 20 分钟上手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是 OpenAI 的编程 Agent，能读文件、写文件、跑命令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 App 26.707 起，Codex 已并入 ChatGPT 桌面 App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装好桌面版就能在里面使用，并可把 Codex 设为默认视图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原有项目、设置与线程保留，官方主线是 App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只用于排查、CI 和自动化，不抢 App 主线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主控台的四张面孔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一条任务线，保留上下文、历史和状态；多个目标混在一起就难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Worktree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 隔离工作目录，改动互不覆盖，适合新功能与重构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 diff、文件变更、行内反馈、stage 与 unstage 的关口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模型、审批、沙盒、插件、MCP、外观与 Git 的配置入口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安装：按平台走官方入口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75523"/>
                <a:gridCol w="2967531"/>
                <a:gridCol w="619258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命令或入口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Microsoft Store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winget install Codex -s msstore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官方下载页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https://developers.openai.com/codex/app/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Linux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暂无桌面版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先用 CLI / Web / Cloud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认证与首次启动的小关卡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登录优先用 ChatGPT / OpenAI 账号，别把 API Key 当登录方案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防火墙弹窗一般只勾专用网络，公用网络不要选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macOS 被 Gatekeeper 拦住时，先确认来源是官方页面再放行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报 npm.ps1 不能加载，去检查 PowerShell 执行策略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登录失败分三层看：浏览器登录态、账号选错、企业策略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第一次打开项目：四步不慌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选一个普通 Git 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别用生产仓库，最好有 README 和简单测试命令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添加本地项目目录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 App 能识别 Git 状态，Review 才有证据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 Local thread 发只读任务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让它总结技术栈、启动命令、测试命令，明确不要改文件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再做一次小改动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只改一个错别字，改完看 diff，且不自动提交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桌面工作流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Thread 管上下文，Review 管结果，Settings 管边界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三种工作方式怎么选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49858"/>
                <a:gridCol w="4697557"/>
                <a:gridCol w="248822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读项目、找命令、解释报错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 thread 只读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快，风险低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改一个文件或少量文档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 thread +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改动小，容易检查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新功能、重构、改多个文件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Worktree thread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隔离改动，方便撤回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盯 PR、修 CI、长时间任务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/ Web handoff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不占用本地环境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写好一次任务：五要素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目标：这次到底要解决什么问题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范围：只改哪些文件或目录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约束：不能做什么，比如不引入新依赖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验证：怎么确认改对了，跑哪条命令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交付：要 diff、摘要，还是 PR 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四个常用 slash 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看模型、工作区、审批和上下文状态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先规划不执行，大任务先降低风险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长目标持续推进，必须写清停止条件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审查当前 diff 或分支差异，合并前用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AGENTS.md：给 Codex 的项目说明书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放在项目里的项目级指令文件，App 打开项目就会读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写清楚项目是什么、技术栈、常用命令和代码风格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写清楚哪些文件不要动，以及修改后如何验证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不要写 API Key、token、个人路径和临时任务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Monorepo 可分根目录与子目录多层，注意避免规则冲突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配置与权限：从软到硬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8878"/>
                <a:gridCol w="786676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层级或模式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AGENTS.md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项目事实、常用命令、代码风格、安全边界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Settings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模型、审批、沙盒、连接器、插件等个人配置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Rules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允许、提示或禁止特定命令前缀，拦住危险命令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事件发生时运行真实脚本，做审计或自动检查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沙盒三档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read-only、workspace-write、danger-full-access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四项扩展能力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外部工具协议，接浏览器、数据库、内部系统，像 USB 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可复用工作流，把每次都要重复说的步骤沉淀成 SOP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Plugins / Connectors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能力包与外部服务入口，如 GitHub、Drive、Slack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Automations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定时或后台任务，适合重复检查，不适合模糊大改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Subagents 与 Review / GitHub PR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Subagents 适合并行：一个查文档、一个看代码、一个做审查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单个错别字、线性任务、范围不清的大任务不要用 Subagents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 流程：Codex 改文件，你在 Review 面板检查后再 stage / commit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推送分支、创建 PR，必要时交给 Cloud 继续处理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学习阶段让 Codex 只草拟 commit 与 PR 描述，由人决定执行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安全红线：允许 / 确认 / 禁止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99352"/>
                <a:gridCol w="903628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典型动作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默认允许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读项目文件、只读 Git 命令、搜索代码、快速本地测试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需要确认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装依赖、改锁文件、跑迁移、改权限认证支付、外部写操作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拒绝或禁止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force push、publish、删项目外目录、打印 secrets、自动化写生产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第一原则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默认最小权限，扩大能力要说明理由、回滚方式和审查人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20 分钟上手路径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1 个 5 分钟：核心模型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搞清 Thread、Workspace、Review、Settings 各管什么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2 个 5 分钟：三种工作方式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知道 Local、Worktree、Cloud 分别适合什么任务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3 个 5 分钟：任务模板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按目标、范围、约束、验证、交付写一条任务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4 个 5 分钟：Review 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看懂 diff、会行内留言，再决定提交或撤销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下一步：先只读，再小改，最后才放开权限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 CX-03 Commands：App 里的 slash commands 与工作流入口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